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31_3DEBE558.xml" ContentType="application/vnd.ms-powerpoint.comments+xml"/>
  <Override PartName="/ppt/notesSlides/notesSlide4.xml" ContentType="application/vnd.openxmlformats-officedocument.presentationml.notesSlide+xml"/>
  <Override PartName="/ppt/comments/modernComment_13D_8AFC7318.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34_3F18049D.xml" ContentType="application/vnd.ms-powerpoint.comments+xml"/>
  <Override PartName="/ppt/notesSlides/notesSlide10.xml" ContentType="application/vnd.openxmlformats-officedocument.presentationml.notesSlide+xml"/>
  <Override PartName="/ppt/comments/modernComment_130_3F5732B4.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20"/>
  </p:notesMasterIdLst>
  <p:handoutMasterIdLst>
    <p:handoutMasterId r:id="rId21"/>
  </p:handoutMasterIdLst>
  <p:sldIdLst>
    <p:sldId id="306" r:id="rId5"/>
    <p:sldId id="307" r:id="rId6"/>
    <p:sldId id="305" r:id="rId7"/>
    <p:sldId id="317" r:id="rId8"/>
    <p:sldId id="312" r:id="rId9"/>
    <p:sldId id="309" r:id="rId10"/>
    <p:sldId id="310" r:id="rId11"/>
    <p:sldId id="311" r:id="rId12"/>
    <p:sldId id="308" r:id="rId13"/>
    <p:sldId id="304" r:id="rId14"/>
    <p:sldId id="279" r:id="rId15"/>
    <p:sldId id="315" r:id="rId16"/>
    <p:sldId id="263" r:id="rId17"/>
    <p:sldId id="316" r:id="rId18"/>
    <p:sldId id="31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5BA1196-EDF5-4829-8951-0EB0B2556B4D}">
          <p14:sldIdLst>
            <p14:sldId id="306"/>
            <p14:sldId id="307"/>
            <p14:sldId id="305"/>
            <p14:sldId id="317"/>
            <p14:sldId id="312"/>
            <p14:sldId id="309"/>
            <p14:sldId id="310"/>
            <p14:sldId id="311"/>
            <p14:sldId id="308"/>
            <p14:sldId id="304"/>
            <p14:sldId id="279"/>
            <p14:sldId id="315"/>
            <p14:sldId id="263"/>
            <p14:sldId id="316"/>
            <p14:sldId id="31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93EA26-E8A7-0481-9158-822ECF132AD2}" name="Amy Lane" initials="AL" userId="S::amy.lane@communities.gov.uk::fc306f7b-2350-4431-b7fe-5817f14fded8" providerId="AD"/>
  <p188:author id="{B0457738-EF45-60E6-A038-59C867270E85}" name="Jenny Luckett" initials="JL" userId="S::jenny.luckett@communities.gov.uk::fa779b83-6afb-4b44-9e6b-25b8e838da30" providerId="AD"/>
  <p188:author id="{C62B776B-8CC9-929B-5526-AD1A2D37EFDE}" name="Jacqueline Thomas" initials="JT" userId="S::jacqueline.thomas@communities.gov.uk::55de3c8a-7119-4d33-ab07-4cd377e5c935" providerId="AD"/>
  <p188:author id="{7D11A48C-B1B7-A03E-C415-1DA8F2BE6BC3}" name="Darren Grimes" initials="DG" userId="S::darren.grimes@theapsgroup.com::d0f171b2-caa0-414b-84fb-340ba9c46206" providerId="AD"/>
  <p188:author id="{A89B4EBA-046A-7F49-AFCA-F1FC6A27C21F}" name="Rowan Morris" initials="RM" userId="S::rowan.morris@communities.gov.uk::214f793d-d916-4689-9b06-f36ee5eeca3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0"/>
    <a:srgbClr val="00625E"/>
    <a:srgbClr val="005E62"/>
    <a:srgbClr val="535453"/>
    <a:srgbClr val="85292A"/>
    <a:srgbClr val="333366"/>
    <a:srgbClr val="33282A"/>
    <a:srgbClr val="99988F"/>
    <a:srgbClr val="8687C1"/>
    <a:srgbClr val="08B2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FE2EB3-EF2A-4F51-A412-3E96A690B249}" v="163" dt="2026-08-11T15:27:19.138"/>
    <p1510:client id="{D52BD6F3-BEB1-575D-E243-952869A9BC53}" v="13" dt="2026-08-11T11:34:57.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wan Morris" userId="S::rowan.morris@communities.gov.uk::214f793d-d916-4689-9b06-f36ee5eeca37" providerId="AD" clId="Web-{2D46CFC2-BFD9-8760-563F-6E6E07888920}"/>
    <pc:docChg chg="mod sldOrd">
      <pc:chgData name="Rowan Morris" userId="S::rowan.morris@communities.gov.uk::214f793d-d916-4689-9b06-f36ee5eeca37" providerId="AD" clId="Web-{2D46CFC2-BFD9-8760-563F-6E6E07888920}" dt="2026-08-11T10:21:55.306" v="1"/>
      <pc:docMkLst>
        <pc:docMk/>
      </pc:docMkLst>
      <pc:sldChg chg="ord">
        <pc:chgData name="Rowan Morris" userId="S::rowan.morris@communities.gov.uk::214f793d-d916-4689-9b06-f36ee5eeca37" providerId="AD" clId="Web-{2D46CFC2-BFD9-8760-563F-6E6E07888920}" dt="2026-08-11T10:21:55.306" v="1"/>
        <pc:sldMkLst>
          <pc:docMk/>
          <pc:sldMk cId="1038869848" sldId="305"/>
        </pc:sldMkLst>
      </pc:sldChg>
    </pc:docChg>
  </pc:docChgLst>
  <pc:docChgLst>
    <pc:chgData name="William Kruczek" userId="1d921ea2-89bb-449c-8dcd-59bba49c0912" providerId="ADAL" clId="{99BEC226-A6EB-4252-A89A-8A589700888B}"/>
    <pc:docChg chg="undo custSel addSld delSld modSld sldOrd modSection">
      <pc:chgData name="William Kruczek" userId="1d921ea2-89bb-449c-8dcd-59bba49c0912" providerId="ADAL" clId="{99BEC226-A6EB-4252-A89A-8A589700888B}" dt="2026-08-12T10:25:09.758" v="1535" actId="1076"/>
      <pc:docMkLst>
        <pc:docMk/>
      </pc:docMkLst>
      <pc:sldChg chg="modSp add mod">
        <pc:chgData name="William Kruczek" userId="1d921ea2-89bb-449c-8dcd-59bba49c0912" providerId="ADAL" clId="{99BEC226-A6EB-4252-A89A-8A589700888B}" dt="2026-08-07T14:47:53.081" v="384" actId="20577"/>
        <pc:sldMkLst>
          <pc:docMk/>
          <pc:sldMk cId="4250446943" sldId="263"/>
        </pc:sldMkLst>
        <pc:spChg chg="mod">
          <ac:chgData name="William Kruczek" userId="1d921ea2-89bb-449c-8dcd-59bba49c0912" providerId="ADAL" clId="{99BEC226-A6EB-4252-A89A-8A589700888B}" dt="2026-08-07T14:47:53.081" v="384" actId="20577"/>
          <ac:spMkLst>
            <pc:docMk/>
            <pc:sldMk cId="4250446943" sldId="263"/>
            <ac:spMk id="4" creationId="{FBC8ED43-9DED-CF25-4750-1718D905BCB4}"/>
          </ac:spMkLst>
        </pc:spChg>
      </pc:sldChg>
      <pc:sldChg chg="addSp delSp modSp mod modCm">
        <pc:chgData name="William Kruczek" userId="1d921ea2-89bb-449c-8dcd-59bba49c0912" providerId="ADAL" clId="{99BEC226-A6EB-4252-A89A-8A589700888B}" dt="2026-08-11T14:54:54.521" v="1478" actId="20577"/>
        <pc:sldMkLst>
          <pc:docMk/>
          <pc:sldMk cId="1062679220" sldId="304"/>
        </pc:sldMkLst>
        <pc:spChg chg="mod">
          <ac:chgData name="William Kruczek" userId="1d921ea2-89bb-449c-8dcd-59bba49c0912" providerId="ADAL" clId="{99BEC226-A6EB-4252-A89A-8A589700888B}" dt="2026-08-11T14:54:54.521" v="1478" actId="20577"/>
          <ac:spMkLst>
            <pc:docMk/>
            <pc:sldMk cId="1062679220" sldId="304"/>
            <ac:spMk id="2" creationId="{AB705C0D-9E1A-AC33-FE16-C1266B260E53}"/>
          </ac:spMkLst>
        </pc:spChg>
        <pc:spChg chg="mod">
          <ac:chgData name="William Kruczek" userId="1d921ea2-89bb-449c-8dcd-59bba49c0912" providerId="ADAL" clId="{99BEC226-A6EB-4252-A89A-8A589700888B}" dt="2026-08-11T01:03:00.335" v="1390" actId="404"/>
          <ac:spMkLst>
            <pc:docMk/>
            <pc:sldMk cId="1062679220" sldId="304"/>
            <ac:spMk id="4" creationId="{A84C9641-CA13-4505-430B-5ACD8D6D242B}"/>
          </ac:spMkLst>
        </pc:spChg>
        <pc:spChg chg="mod">
          <ac:chgData name="William Kruczek" userId="1d921ea2-89bb-449c-8dcd-59bba49c0912" providerId="ADAL" clId="{99BEC226-A6EB-4252-A89A-8A589700888B}" dt="2026-08-07T14:11:50.769" v="176" actId="1076"/>
          <ac:spMkLst>
            <pc:docMk/>
            <pc:sldMk cId="1062679220" sldId="304"/>
            <ac:spMk id="9" creationId="{FCD1D05A-8284-F4F7-1A9F-629B8C05DA1C}"/>
          </ac:spMkLst>
        </pc:spChg>
        <pc:spChg chg="mod">
          <ac:chgData name="William Kruczek" userId="1d921ea2-89bb-449c-8dcd-59bba49c0912" providerId="ADAL" clId="{99BEC226-A6EB-4252-A89A-8A589700888B}" dt="2026-08-07T14:09:33.332" v="158" actId="27636"/>
          <ac:spMkLst>
            <pc:docMk/>
            <pc:sldMk cId="1062679220" sldId="304"/>
            <ac:spMk id="32" creationId="{B51BF850-22CC-7884-815F-70912F9D78AE}"/>
          </ac:spMkLst>
        </pc:spChg>
        <pc:spChg chg="mod">
          <ac:chgData name="William Kruczek" userId="1d921ea2-89bb-449c-8dcd-59bba49c0912" providerId="ADAL" clId="{99BEC226-A6EB-4252-A89A-8A589700888B}" dt="2026-08-07T14:13:00.552" v="244" actId="1036"/>
          <ac:spMkLst>
            <pc:docMk/>
            <pc:sldMk cId="1062679220" sldId="304"/>
            <ac:spMk id="34" creationId="{34C5D626-F2B1-A046-A58A-A404F1147CE3}"/>
          </ac:spMkLst>
        </pc:spChg>
        <pc:spChg chg="mod">
          <ac:chgData name="William Kruczek" userId="1d921ea2-89bb-449c-8dcd-59bba49c0912" providerId="ADAL" clId="{99BEC226-A6EB-4252-A89A-8A589700888B}" dt="2026-08-07T14:10:15.208" v="164" actId="27636"/>
          <ac:spMkLst>
            <pc:docMk/>
            <pc:sldMk cId="1062679220" sldId="304"/>
            <ac:spMk id="36" creationId="{56D9F899-2499-3847-B1D7-1529AC47E322}"/>
          </ac:spMkLst>
        </pc:spChg>
        <pc:spChg chg="mod">
          <ac:chgData name="William Kruczek" userId="1d921ea2-89bb-449c-8dcd-59bba49c0912" providerId="ADAL" clId="{99BEC226-A6EB-4252-A89A-8A589700888B}" dt="2026-08-07T14:12:53.568" v="227" actId="1035"/>
          <ac:spMkLst>
            <pc:docMk/>
            <pc:sldMk cId="1062679220" sldId="304"/>
            <ac:spMk id="38" creationId="{4EEADF00-1B9A-6B2C-23A8-9CFC26380AC6}"/>
          </ac:spMkLst>
        </pc:spChg>
        <pc:spChg chg="mod">
          <ac:chgData name="William Kruczek" userId="1d921ea2-89bb-449c-8dcd-59bba49c0912" providerId="ADAL" clId="{99BEC226-A6EB-4252-A89A-8A589700888B}" dt="2026-08-07T14:12:10.179" v="182" actId="14100"/>
          <ac:spMkLst>
            <pc:docMk/>
            <pc:sldMk cId="1062679220" sldId="304"/>
            <ac:spMk id="40" creationId="{B5F5A8B8-0B77-71FF-E37A-3DEFE770F9B3}"/>
          </ac:spMkLst>
        </pc:spChg>
        <pc:spChg chg="mod">
          <ac:chgData name="William Kruczek" userId="1d921ea2-89bb-449c-8dcd-59bba49c0912" providerId="ADAL" clId="{99BEC226-A6EB-4252-A89A-8A589700888B}" dt="2026-08-07T14:12:46.779" v="213" actId="1036"/>
          <ac:spMkLst>
            <pc:docMk/>
            <pc:sldMk cId="1062679220" sldId="304"/>
            <ac:spMk id="42" creationId="{56497ABE-F7F5-3428-9F7F-3D6FDE228F3B}"/>
          </ac:spMkLst>
        </pc:spChg>
        <pc:spChg chg="mod">
          <ac:chgData name="William Kruczek" userId="1d921ea2-89bb-449c-8dcd-59bba49c0912" providerId="ADAL" clId="{99BEC226-A6EB-4252-A89A-8A589700888B}" dt="2026-08-07T14:12:18.439" v="189" actId="27636"/>
          <ac:spMkLst>
            <pc:docMk/>
            <pc:sldMk cId="1062679220" sldId="304"/>
            <ac:spMk id="44" creationId="{42D93AF5-C283-05A3-2B29-3E592347EAC6}"/>
          </ac:spMkLst>
        </pc:spChg>
        <pc:spChg chg="mod">
          <ac:chgData name="William Kruczek" userId="1d921ea2-89bb-449c-8dcd-59bba49c0912" providerId="ADAL" clId="{99BEC226-A6EB-4252-A89A-8A589700888B}" dt="2026-08-11T01:03:50.006" v="1393" actId="14100"/>
          <ac:spMkLst>
            <pc:docMk/>
            <pc:sldMk cId="1062679220" sldId="304"/>
            <ac:spMk id="46" creationId="{331DCB3D-957A-FFCB-149C-B83CD089B082}"/>
          </ac:spMkLst>
        </pc:spChg>
        <pc:spChg chg="mod">
          <ac:chgData name="William Kruczek" userId="1d921ea2-89bb-449c-8dcd-59bba49c0912" providerId="ADAL" clId="{99BEC226-A6EB-4252-A89A-8A589700888B}" dt="2026-08-10T13:31:03.564" v="614" actId="14100"/>
          <ac:spMkLst>
            <pc:docMk/>
            <pc:sldMk cId="1062679220" sldId="304"/>
            <ac:spMk id="48" creationId="{AA26E332-4782-D5D8-F55F-003B819AD285}"/>
          </ac:spMkLst>
        </pc:spChg>
        <pc:spChg chg="mod">
          <ac:chgData name="William Kruczek" userId="1d921ea2-89bb-449c-8dcd-59bba49c0912" providerId="ADAL" clId="{99BEC226-A6EB-4252-A89A-8A589700888B}" dt="2026-08-07T14:25:44.058" v="281" actId="20577"/>
          <ac:spMkLst>
            <pc:docMk/>
            <pc:sldMk cId="1062679220" sldId="304"/>
            <ac:spMk id="50" creationId="{3025EBC0-F87C-DFFF-7B16-FFEEEB1167A2}"/>
          </ac:spMkLst>
        </pc:spChg>
        <pc:picChg chg="add mod">
          <ac:chgData name="William Kruczek" userId="1d921ea2-89bb-449c-8dcd-59bba49c0912" providerId="ADAL" clId="{99BEC226-A6EB-4252-A89A-8A589700888B}" dt="2026-08-10T14:30:23.753" v="969" actId="1076"/>
          <ac:picMkLst>
            <pc:docMk/>
            <pc:sldMk cId="1062679220" sldId="304"/>
            <ac:picMk id="7" creationId="{669F5679-416A-A399-196E-3CE9F3EB0B70}"/>
          </ac:picMkLst>
        </pc:picChg>
        <pc:extLst>
          <p:ext xmlns:p="http://schemas.openxmlformats.org/presentationml/2006/main" uri="{D6D511B9-2390-475A-947B-AFAB55BFBCF1}">
            <pc226:cmChg xmlns:pc226="http://schemas.microsoft.com/office/powerpoint/2022/06/main/command" chg="mod">
              <pc226:chgData name="William Kruczek" userId="1d921ea2-89bb-449c-8dcd-59bba49c0912" providerId="ADAL" clId="{99BEC226-A6EB-4252-A89A-8A589700888B}" dt="2026-08-11T14:54:54.521" v="1478" actId="20577"/>
              <pc2:cmMkLst xmlns:pc2="http://schemas.microsoft.com/office/powerpoint/2019/9/main/command">
                <pc:docMk/>
                <pc:sldMk cId="1062679220" sldId="304"/>
                <pc2:cmMk id="{36AD7FC0-F77C-499F-8FA2-FA3355A9F290}"/>
              </pc2:cmMkLst>
            </pc226:cmChg>
          </p:ext>
        </pc:extLst>
      </pc:sldChg>
      <pc:sldChg chg="addSp delSp modSp mod">
        <pc:chgData name="William Kruczek" userId="1d921ea2-89bb-449c-8dcd-59bba49c0912" providerId="ADAL" clId="{99BEC226-A6EB-4252-A89A-8A589700888B}" dt="2026-08-11T14:50:49.256" v="1453" actId="20577"/>
        <pc:sldMkLst>
          <pc:docMk/>
          <pc:sldMk cId="1038869848" sldId="305"/>
        </pc:sldMkLst>
        <pc:spChg chg="add mod ord">
          <ac:chgData name="William Kruczek" userId="1d921ea2-89bb-449c-8dcd-59bba49c0912" providerId="ADAL" clId="{99BEC226-A6EB-4252-A89A-8A589700888B}" dt="2026-08-10T13:27:31.065" v="520" actId="14100"/>
          <ac:spMkLst>
            <pc:docMk/>
            <pc:sldMk cId="1038869848" sldId="305"/>
            <ac:spMk id="6" creationId="{35B6A369-17FC-1115-A350-4C0DD49D4E48}"/>
          </ac:spMkLst>
        </pc:spChg>
        <pc:spChg chg="add mod ord">
          <ac:chgData name="William Kruczek" userId="1d921ea2-89bb-449c-8dcd-59bba49c0912" providerId="ADAL" clId="{99BEC226-A6EB-4252-A89A-8A589700888B}" dt="2026-08-10T13:26:40.496" v="517" actId="1076"/>
          <ac:spMkLst>
            <pc:docMk/>
            <pc:sldMk cId="1038869848" sldId="305"/>
            <ac:spMk id="10" creationId="{58A6E79B-D81E-EAB0-7371-2EE8B9ABEAEF}"/>
          </ac:spMkLst>
        </pc:spChg>
        <pc:spChg chg="mod">
          <ac:chgData name="William Kruczek" userId="1d921ea2-89bb-449c-8dcd-59bba49c0912" providerId="ADAL" clId="{99BEC226-A6EB-4252-A89A-8A589700888B}" dt="2026-08-11T14:49:59.461" v="1416" actId="20577"/>
          <ac:spMkLst>
            <pc:docMk/>
            <pc:sldMk cId="1038869848" sldId="305"/>
            <ac:spMk id="15" creationId="{9D09C12C-7430-52FF-EA67-132FE2C91A01}"/>
          </ac:spMkLst>
        </pc:spChg>
        <pc:spChg chg="mod">
          <ac:chgData name="William Kruczek" userId="1d921ea2-89bb-449c-8dcd-59bba49c0912" providerId="ADAL" clId="{99BEC226-A6EB-4252-A89A-8A589700888B}" dt="2026-08-07T13:49:07.716" v="129" actId="14100"/>
          <ac:spMkLst>
            <pc:docMk/>
            <pc:sldMk cId="1038869848" sldId="305"/>
            <ac:spMk id="17" creationId="{F0F29D44-078D-BAC3-EC98-1AFD81C780A9}"/>
          </ac:spMkLst>
        </pc:spChg>
        <pc:spChg chg="mod">
          <ac:chgData name="William Kruczek" userId="1d921ea2-89bb-449c-8dcd-59bba49c0912" providerId="ADAL" clId="{99BEC226-A6EB-4252-A89A-8A589700888B}" dt="2026-08-07T13:48:48.037" v="124" actId="14100"/>
          <ac:spMkLst>
            <pc:docMk/>
            <pc:sldMk cId="1038869848" sldId="305"/>
            <ac:spMk id="25" creationId="{3F070B88-E0B4-4EC3-D92B-5C9953574950}"/>
          </ac:spMkLst>
        </pc:spChg>
        <pc:spChg chg="mod">
          <ac:chgData name="William Kruczek" userId="1d921ea2-89bb-449c-8dcd-59bba49c0912" providerId="ADAL" clId="{99BEC226-A6EB-4252-A89A-8A589700888B}" dt="2026-08-11T14:50:49.256" v="1453" actId="20577"/>
          <ac:spMkLst>
            <pc:docMk/>
            <pc:sldMk cId="1038869848" sldId="305"/>
            <ac:spMk id="27" creationId="{2306BF94-11F0-9D52-F1C7-BAD4537AE416}"/>
          </ac:spMkLst>
        </pc:spChg>
        <pc:picChg chg="add mod modCrop">
          <ac:chgData name="William Kruczek" userId="1d921ea2-89bb-449c-8dcd-59bba49c0912" providerId="ADAL" clId="{99BEC226-A6EB-4252-A89A-8A589700888B}" dt="2026-08-10T13:51:36.385" v="835" actId="14100"/>
          <ac:picMkLst>
            <pc:docMk/>
            <pc:sldMk cId="1038869848" sldId="305"/>
            <ac:picMk id="8" creationId="{3197E8DB-1927-1E4F-D56B-54E719FB5E34}"/>
          </ac:picMkLst>
        </pc:picChg>
        <pc:picChg chg="add mod modCrop">
          <ac:chgData name="William Kruczek" userId="1d921ea2-89bb-449c-8dcd-59bba49c0912" providerId="ADAL" clId="{99BEC226-A6EB-4252-A89A-8A589700888B}" dt="2026-08-10T13:52:04.620" v="845" actId="14100"/>
          <ac:picMkLst>
            <pc:docMk/>
            <pc:sldMk cId="1038869848" sldId="305"/>
            <ac:picMk id="13" creationId="{A83DBDB5-F030-E71A-777C-C0374CC92BCC}"/>
          </ac:picMkLst>
        </pc:picChg>
        <pc:picChg chg="add mod">
          <ac:chgData name="William Kruczek" userId="1d921ea2-89bb-449c-8dcd-59bba49c0912" providerId="ADAL" clId="{99BEC226-A6EB-4252-A89A-8A589700888B}" dt="2026-08-10T13:53:16.991" v="863" actId="1076"/>
          <ac:picMkLst>
            <pc:docMk/>
            <pc:sldMk cId="1038869848" sldId="305"/>
            <ac:picMk id="16" creationId="{5443EB7E-7931-0B2E-EE05-CA535A0D8AA3}"/>
          </ac:picMkLst>
        </pc:picChg>
        <pc:picChg chg="add mod modCrop">
          <ac:chgData name="William Kruczek" userId="1d921ea2-89bb-449c-8dcd-59bba49c0912" providerId="ADAL" clId="{99BEC226-A6EB-4252-A89A-8A589700888B}" dt="2026-08-10T13:53:33.782" v="869" actId="1076"/>
          <ac:picMkLst>
            <pc:docMk/>
            <pc:sldMk cId="1038869848" sldId="305"/>
            <ac:picMk id="19" creationId="{CCD2011F-2514-1D06-881C-6127A086B8EB}"/>
          </ac:picMkLst>
        </pc:picChg>
      </pc:sldChg>
      <pc:sldChg chg="addSp delSp modSp mod">
        <pc:chgData name="William Kruczek" userId="1d921ea2-89bb-449c-8dcd-59bba49c0912" providerId="ADAL" clId="{99BEC226-A6EB-4252-A89A-8A589700888B}" dt="2026-08-12T10:25:09.758" v="1535" actId="1076"/>
        <pc:sldMkLst>
          <pc:docMk/>
          <pc:sldMk cId="3569845477" sldId="306"/>
        </pc:sldMkLst>
        <pc:spChg chg="del">
          <ac:chgData name="William Kruczek" userId="1d921ea2-89bb-449c-8dcd-59bba49c0912" providerId="ADAL" clId="{99BEC226-A6EB-4252-A89A-8A589700888B}" dt="2026-08-12T10:19:29.631" v="1524" actId="21"/>
          <ac:spMkLst>
            <pc:docMk/>
            <pc:sldMk cId="3569845477" sldId="306"/>
            <ac:spMk id="9" creationId="{9664B392-8E78-8096-DFDC-7EF7C02B1E6F}"/>
          </ac:spMkLst>
        </pc:spChg>
        <pc:spChg chg="mod">
          <ac:chgData name="William Kruczek" userId="1d921ea2-89bb-449c-8dcd-59bba49c0912" providerId="ADAL" clId="{99BEC226-A6EB-4252-A89A-8A589700888B}" dt="2026-08-12T10:19:52.357" v="1526" actId="14100"/>
          <ac:spMkLst>
            <pc:docMk/>
            <pc:sldMk cId="3569845477" sldId="306"/>
            <ac:spMk id="11" creationId="{1884839D-089F-01A7-A8DE-C8D12D58E561}"/>
          </ac:spMkLst>
        </pc:spChg>
        <pc:spChg chg="del">
          <ac:chgData name="William Kruczek" userId="1d921ea2-89bb-449c-8dcd-59bba49c0912" providerId="ADAL" clId="{99BEC226-A6EB-4252-A89A-8A589700888B}" dt="2026-08-12T10:19:34.281" v="1525" actId="21"/>
          <ac:spMkLst>
            <pc:docMk/>
            <pc:sldMk cId="3569845477" sldId="306"/>
            <ac:spMk id="15" creationId="{EE08E4E8-ECF8-0C31-622D-C24851B5CD10}"/>
          </ac:spMkLst>
        </pc:spChg>
        <pc:spChg chg="mod">
          <ac:chgData name="William Kruczek" userId="1d921ea2-89bb-449c-8dcd-59bba49c0912" providerId="ADAL" clId="{99BEC226-A6EB-4252-A89A-8A589700888B}" dt="2026-08-12T10:19:58.195" v="1527" actId="14100"/>
          <ac:spMkLst>
            <pc:docMk/>
            <pc:sldMk cId="3569845477" sldId="306"/>
            <ac:spMk id="17" creationId="{C9AB62FE-A27E-BCE0-ABB0-A35AABF3BECC}"/>
          </ac:spMkLst>
        </pc:spChg>
        <pc:spChg chg="mod">
          <ac:chgData name="William Kruczek" userId="1d921ea2-89bb-449c-8dcd-59bba49c0912" providerId="ADAL" clId="{99BEC226-A6EB-4252-A89A-8A589700888B}" dt="2026-08-12T10:24:54.304" v="1534" actId="14100"/>
          <ac:spMkLst>
            <pc:docMk/>
            <pc:sldMk cId="3569845477" sldId="306"/>
            <ac:spMk id="25" creationId="{FC86AC4D-32DD-34E0-A7F3-5F374B20F1FB}"/>
          </ac:spMkLst>
        </pc:spChg>
        <pc:spChg chg="mod">
          <ac:chgData name="William Kruczek" userId="1d921ea2-89bb-449c-8dcd-59bba49c0912" providerId="ADAL" clId="{99BEC226-A6EB-4252-A89A-8A589700888B}" dt="2026-08-12T10:25:09.758" v="1535" actId="1076"/>
          <ac:spMkLst>
            <pc:docMk/>
            <pc:sldMk cId="3569845477" sldId="306"/>
            <ac:spMk id="27" creationId="{1856E150-EABF-BD05-C71A-2E39063255A3}"/>
          </ac:spMkLst>
        </pc:spChg>
        <pc:picChg chg="add mod">
          <ac:chgData name="William Kruczek" userId="1d921ea2-89bb-449c-8dcd-59bba49c0912" providerId="ADAL" clId="{99BEC226-A6EB-4252-A89A-8A589700888B}" dt="2026-08-12T10:21:04.970" v="1533" actId="1076"/>
          <ac:picMkLst>
            <pc:docMk/>
            <pc:sldMk cId="3569845477" sldId="306"/>
            <ac:picMk id="13" creationId="{1A50E64E-D43A-601A-4FAB-F316FE6A8E66}"/>
          </ac:picMkLst>
        </pc:picChg>
        <pc:picChg chg="add mod modCrop">
          <ac:chgData name="William Kruczek" userId="1d921ea2-89bb-449c-8dcd-59bba49c0912" providerId="ADAL" clId="{99BEC226-A6EB-4252-A89A-8A589700888B}" dt="2026-08-12T10:20:20.466" v="1530" actId="14100"/>
          <ac:picMkLst>
            <pc:docMk/>
            <pc:sldMk cId="3569845477" sldId="306"/>
            <ac:picMk id="18" creationId="{0CF98637-9939-AAE8-D7B0-DE11FADCE846}"/>
          </ac:picMkLst>
        </pc:picChg>
      </pc:sldChg>
      <pc:sldChg chg="addSp delSp modSp mod">
        <pc:chgData name="William Kruczek" userId="1d921ea2-89bb-449c-8dcd-59bba49c0912" providerId="ADAL" clId="{99BEC226-A6EB-4252-A89A-8A589700888B}" dt="2026-08-11T00:56:31.488" v="1381" actId="1076"/>
        <pc:sldMkLst>
          <pc:docMk/>
          <pc:sldMk cId="613259230" sldId="307"/>
        </pc:sldMkLst>
        <pc:spChg chg="mod">
          <ac:chgData name="William Kruczek" userId="1d921ea2-89bb-449c-8dcd-59bba49c0912" providerId="ADAL" clId="{99BEC226-A6EB-4252-A89A-8A589700888B}" dt="2026-08-11T00:56:31.488" v="1381" actId="1076"/>
          <ac:spMkLst>
            <pc:docMk/>
            <pc:sldMk cId="613259230" sldId="307"/>
            <ac:spMk id="5" creationId="{31E8052B-AF6D-D3A2-276E-18458E101223}"/>
          </ac:spMkLst>
        </pc:spChg>
        <pc:spChg chg="mod">
          <ac:chgData name="William Kruczek" userId="1d921ea2-89bb-449c-8dcd-59bba49c0912" providerId="ADAL" clId="{99BEC226-A6EB-4252-A89A-8A589700888B}" dt="2026-08-10T14:19:05.855" v="906" actId="14100"/>
          <ac:spMkLst>
            <pc:docMk/>
            <pc:sldMk cId="613259230" sldId="307"/>
            <ac:spMk id="11" creationId="{2F411819-70BA-8D22-3E01-B5675E992CF2}"/>
          </ac:spMkLst>
        </pc:spChg>
        <pc:spChg chg="add mod">
          <ac:chgData name="William Kruczek" userId="1d921ea2-89bb-449c-8dcd-59bba49c0912" providerId="ADAL" clId="{99BEC226-A6EB-4252-A89A-8A589700888B}" dt="2026-08-10T14:19:54.842" v="910" actId="14100"/>
          <ac:spMkLst>
            <pc:docMk/>
            <pc:sldMk cId="613259230" sldId="307"/>
            <ac:spMk id="16" creationId="{7334C839-0C80-1E66-B13C-1588D6C42072}"/>
          </ac:spMkLst>
        </pc:spChg>
        <pc:spChg chg="add mod">
          <ac:chgData name="William Kruczek" userId="1d921ea2-89bb-449c-8dcd-59bba49c0912" providerId="ADAL" clId="{99BEC226-A6EB-4252-A89A-8A589700888B}" dt="2026-08-10T23:17:11.349" v="1150" actId="20577"/>
          <ac:spMkLst>
            <pc:docMk/>
            <pc:sldMk cId="613259230" sldId="307"/>
            <ac:spMk id="18" creationId="{4ECE7195-8457-A3D0-C4CF-3A28D1BAD7B6}"/>
          </ac:spMkLst>
        </pc:spChg>
        <pc:spChg chg="mod">
          <ac:chgData name="William Kruczek" userId="1d921ea2-89bb-449c-8dcd-59bba49c0912" providerId="ADAL" clId="{99BEC226-A6EB-4252-A89A-8A589700888B}" dt="2026-08-10T14:19:11.228" v="907" actId="14100"/>
          <ac:spMkLst>
            <pc:docMk/>
            <pc:sldMk cId="613259230" sldId="307"/>
            <ac:spMk id="19" creationId="{660C217D-156E-8860-F4F3-6105BA4910D8}"/>
          </ac:spMkLst>
        </pc:spChg>
        <pc:spChg chg="mod">
          <ac:chgData name="William Kruczek" userId="1d921ea2-89bb-449c-8dcd-59bba49c0912" providerId="ADAL" clId="{99BEC226-A6EB-4252-A89A-8A589700888B}" dt="2026-08-07T09:11:09.715" v="5" actId="1076"/>
          <ac:spMkLst>
            <pc:docMk/>
            <pc:sldMk cId="613259230" sldId="307"/>
            <ac:spMk id="21" creationId="{CBDBD86D-E3E0-9C70-07E3-C18EFA606920}"/>
          </ac:spMkLst>
        </pc:spChg>
        <pc:picChg chg="add mod">
          <ac:chgData name="William Kruczek" userId="1d921ea2-89bb-449c-8dcd-59bba49c0912" providerId="ADAL" clId="{99BEC226-A6EB-4252-A89A-8A589700888B}" dt="2026-08-10T14:11:04.884" v="905" actId="1076"/>
          <ac:picMkLst>
            <pc:docMk/>
            <pc:sldMk cId="613259230" sldId="307"/>
            <ac:picMk id="7" creationId="{701379C5-8334-FEBE-C118-7C16ED49348C}"/>
          </ac:picMkLst>
        </pc:picChg>
        <pc:picChg chg="add mod">
          <ac:chgData name="William Kruczek" userId="1d921ea2-89bb-449c-8dcd-59bba49c0912" providerId="ADAL" clId="{99BEC226-A6EB-4252-A89A-8A589700888B}" dt="2026-08-10T14:10:50.485" v="903" actId="1076"/>
          <ac:picMkLst>
            <pc:docMk/>
            <pc:sldMk cId="613259230" sldId="307"/>
            <ac:picMk id="14" creationId="{1DF4A3D0-11BE-449B-302E-6914F606FA1D}"/>
          </ac:picMkLst>
        </pc:picChg>
      </pc:sldChg>
      <pc:sldChg chg="addSp delSp modSp mod">
        <pc:chgData name="William Kruczek" userId="1d921ea2-89bb-449c-8dcd-59bba49c0912" providerId="ADAL" clId="{99BEC226-A6EB-4252-A89A-8A589700888B}" dt="2026-08-11T14:54:17.046" v="1476" actId="20577"/>
        <pc:sldMkLst>
          <pc:docMk/>
          <pc:sldMk cId="1058538653" sldId="308"/>
        </pc:sldMkLst>
        <pc:spChg chg="mod">
          <ac:chgData name="William Kruczek" userId="1d921ea2-89bb-449c-8dcd-59bba49c0912" providerId="ADAL" clId="{99BEC226-A6EB-4252-A89A-8A589700888B}" dt="2026-08-11T01:02:12.924" v="1387" actId="1076"/>
          <ac:spMkLst>
            <pc:docMk/>
            <pc:sldMk cId="1058538653" sldId="308"/>
            <ac:spMk id="5" creationId="{571BF7DF-63DC-591C-0AE3-F5C232647293}"/>
          </ac:spMkLst>
        </pc:spChg>
        <pc:spChg chg="mod">
          <ac:chgData name="William Kruczek" userId="1d921ea2-89bb-449c-8dcd-59bba49c0912" providerId="ADAL" clId="{99BEC226-A6EB-4252-A89A-8A589700888B}" dt="2026-08-07T14:25:59.698" v="282" actId="14100"/>
          <ac:spMkLst>
            <pc:docMk/>
            <pc:sldMk cId="1058538653" sldId="308"/>
            <ac:spMk id="7" creationId="{E8CB76E6-AF7E-14AA-4844-0857096B95CF}"/>
          </ac:spMkLst>
        </pc:spChg>
        <pc:spChg chg="mod">
          <ac:chgData name="William Kruczek" userId="1d921ea2-89bb-449c-8dcd-59bba49c0912" providerId="ADAL" clId="{99BEC226-A6EB-4252-A89A-8A589700888B}" dt="2026-08-11T14:54:17.046" v="1476" actId="20577"/>
          <ac:spMkLst>
            <pc:docMk/>
            <pc:sldMk cId="1058538653" sldId="308"/>
            <ac:spMk id="9" creationId="{FBAB7CC2-CD18-7BF8-1206-881FCF5D97AC}"/>
          </ac:spMkLst>
        </pc:spChg>
        <pc:picChg chg="add mod">
          <ac:chgData name="William Kruczek" userId="1d921ea2-89bb-449c-8dcd-59bba49c0912" providerId="ADAL" clId="{99BEC226-A6EB-4252-A89A-8A589700888B}" dt="2026-08-10T14:38:31.105" v="984" actId="1076"/>
          <ac:picMkLst>
            <pc:docMk/>
            <pc:sldMk cId="1058538653" sldId="308"/>
            <ac:picMk id="11" creationId="{3EA30C33-E8AB-F81C-59AE-6C9EC554F6B5}"/>
          </ac:picMkLst>
        </pc:picChg>
        <pc:picChg chg="add mod">
          <ac:chgData name="William Kruczek" userId="1d921ea2-89bb-449c-8dcd-59bba49c0912" providerId="ADAL" clId="{99BEC226-A6EB-4252-A89A-8A589700888B}" dt="2026-08-10T14:39:08.672" v="994" actId="1076"/>
          <ac:picMkLst>
            <pc:docMk/>
            <pc:sldMk cId="1058538653" sldId="308"/>
            <ac:picMk id="15" creationId="{3C19EFE8-C5F7-29D1-52C0-EC9B8E9C9908}"/>
          </ac:picMkLst>
        </pc:picChg>
      </pc:sldChg>
      <pc:sldChg chg="modSp mod">
        <pc:chgData name="William Kruczek" userId="1d921ea2-89bb-449c-8dcd-59bba49c0912" providerId="ADAL" clId="{99BEC226-A6EB-4252-A89A-8A589700888B}" dt="2026-08-11T01:01:35.053" v="1386" actId="20577"/>
        <pc:sldMkLst>
          <pc:docMk/>
          <pc:sldMk cId="1423429152" sldId="309"/>
        </pc:sldMkLst>
        <pc:spChg chg="mod">
          <ac:chgData name="William Kruczek" userId="1d921ea2-89bb-449c-8dcd-59bba49c0912" providerId="ADAL" clId="{99BEC226-A6EB-4252-A89A-8A589700888B}" dt="2026-08-07T14:14:31.110" v="278" actId="14100"/>
          <ac:spMkLst>
            <pc:docMk/>
            <pc:sldMk cId="1423429152" sldId="309"/>
            <ac:spMk id="7" creationId="{93F5A208-AFA8-8307-B779-74FDB9D4EB1C}"/>
          </ac:spMkLst>
        </pc:spChg>
        <pc:spChg chg="mod">
          <ac:chgData name="William Kruczek" userId="1d921ea2-89bb-449c-8dcd-59bba49c0912" providerId="ADAL" clId="{99BEC226-A6EB-4252-A89A-8A589700888B}" dt="2026-08-11T01:01:35.053" v="1386" actId="20577"/>
          <ac:spMkLst>
            <pc:docMk/>
            <pc:sldMk cId="1423429152" sldId="309"/>
            <ac:spMk id="9" creationId="{E50475C5-4B70-4F87-8C1B-5755B864E022}"/>
          </ac:spMkLst>
        </pc:spChg>
      </pc:sldChg>
      <pc:sldChg chg="addSp delSp modSp mod">
        <pc:chgData name="William Kruczek" userId="1d921ea2-89bb-449c-8dcd-59bba49c0912" providerId="ADAL" clId="{99BEC226-A6EB-4252-A89A-8A589700888B}" dt="2026-08-11T00:55:39.843" v="1380" actId="14100"/>
        <pc:sldMkLst>
          <pc:docMk/>
          <pc:sldMk cId="2530523181" sldId="310"/>
        </pc:sldMkLst>
        <pc:spChg chg="mod">
          <ac:chgData name="William Kruczek" userId="1d921ea2-89bb-449c-8dcd-59bba49c0912" providerId="ADAL" clId="{99BEC226-A6EB-4252-A89A-8A589700888B}" dt="2026-08-07T14:13:34.400" v="248" actId="403"/>
          <ac:spMkLst>
            <pc:docMk/>
            <pc:sldMk cId="2530523181" sldId="310"/>
            <ac:spMk id="2" creationId="{8B7AD3F7-B7F5-AA0C-5680-053EAA5BCE59}"/>
          </ac:spMkLst>
        </pc:spChg>
        <pc:spChg chg="mod">
          <ac:chgData name="William Kruczek" userId="1d921ea2-89bb-449c-8dcd-59bba49c0912" providerId="ADAL" clId="{99BEC226-A6EB-4252-A89A-8A589700888B}" dt="2026-08-07T14:13:34.400" v="248" actId="403"/>
          <ac:spMkLst>
            <pc:docMk/>
            <pc:sldMk cId="2530523181" sldId="310"/>
            <ac:spMk id="3" creationId="{B754AF62-641B-0DE3-8C59-F96E0A8609DD}"/>
          </ac:spMkLst>
        </pc:spChg>
        <pc:spChg chg="mod">
          <ac:chgData name="William Kruczek" userId="1d921ea2-89bb-449c-8dcd-59bba49c0912" providerId="ADAL" clId="{99BEC226-A6EB-4252-A89A-8A589700888B}" dt="2026-08-07T14:13:34.400" v="248" actId="403"/>
          <ac:spMkLst>
            <pc:docMk/>
            <pc:sldMk cId="2530523181" sldId="310"/>
            <ac:spMk id="4" creationId="{F302890C-E482-2A08-4D05-F6CF0D51CF6A}"/>
          </ac:spMkLst>
        </pc:spChg>
        <pc:spChg chg="mod">
          <ac:chgData name="William Kruczek" userId="1d921ea2-89bb-449c-8dcd-59bba49c0912" providerId="ADAL" clId="{99BEC226-A6EB-4252-A89A-8A589700888B}" dt="2026-08-07T14:13:34.400" v="248" actId="403"/>
          <ac:spMkLst>
            <pc:docMk/>
            <pc:sldMk cId="2530523181" sldId="310"/>
            <ac:spMk id="6" creationId="{772D01D4-C50D-E52A-E245-313A78CFF479}"/>
          </ac:spMkLst>
        </pc:spChg>
        <pc:spChg chg="add mod">
          <ac:chgData name="William Kruczek" userId="1d921ea2-89bb-449c-8dcd-59bba49c0912" providerId="ADAL" clId="{99BEC226-A6EB-4252-A89A-8A589700888B}" dt="2026-08-10T13:38:39.273" v="795" actId="20577"/>
          <ac:spMkLst>
            <pc:docMk/>
            <pc:sldMk cId="2530523181" sldId="310"/>
            <ac:spMk id="11" creationId="{58C70E3F-CBBB-B543-915D-2A206734E054}"/>
          </ac:spMkLst>
        </pc:spChg>
        <pc:spChg chg="add mod">
          <ac:chgData name="William Kruczek" userId="1d921ea2-89bb-449c-8dcd-59bba49c0912" providerId="ADAL" clId="{99BEC226-A6EB-4252-A89A-8A589700888B}" dt="2026-08-10T13:39:17.334" v="803" actId="404"/>
          <ac:spMkLst>
            <pc:docMk/>
            <pc:sldMk cId="2530523181" sldId="310"/>
            <ac:spMk id="13" creationId="{38C07A18-2CC8-819F-D66B-4057D4FD8F82}"/>
          </ac:spMkLst>
        </pc:spChg>
        <pc:spChg chg="mod">
          <ac:chgData name="William Kruczek" userId="1d921ea2-89bb-449c-8dcd-59bba49c0912" providerId="ADAL" clId="{99BEC226-A6EB-4252-A89A-8A589700888B}" dt="2026-08-07T15:05:36.378" v="403"/>
          <ac:spMkLst>
            <pc:docMk/>
            <pc:sldMk cId="2530523181" sldId="310"/>
            <ac:spMk id="15" creationId="{EDD051E2-0892-55FB-4841-9D6741F20BCC}"/>
          </ac:spMkLst>
        </pc:spChg>
        <pc:spChg chg="mod">
          <ac:chgData name="William Kruczek" userId="1d921ea2-89bb-449c-8dcd-59bba49c0912" providerId="ADAL" clId="{99BEC226-A6EB-4252-A89A-8A589700888B}" dt="2026-08-07T14:13:34.400" v="248" actId="403"/>
          <ac:spMkLst>
            <pc:docMk/>
            <pc:sldMk cId="2530523181" sldId="310"/>
            <ac:spMk id="19" creationId="{1DC380C5-7F4C-CB5F-38A0-D2662B234A35}"/>
          </ac:spMkLst>
        </pc:spChg>
        <pc:spChg chg="mod">
          <ac:chgData name="William Kruczek" userId="1d921ea2-89bb-449c-8dcd-59bba49c0912" providerId="ADAL" clId="{99BEC226-A6EB-4252-A89A-8A589700888B}" dt="2026-08-07T15:06:43.747" v="412" actId="20577"/>
          <ac:spMkLst>
            <pc:docMk/>
            <pc:sldMk cId="2530523181" sldId="310"/>
            <ac:spMk id="21" creationId="{6F1D013A-C3C3-4353-89B8-6783D9CD81DC}"/>
          </ac:spMkLst>
        </pc:spChg>
        <pc:spChg chg="mod">
          <ac:chgData name="William Kruczek" userId="1d921ea2-89bb-449c-8dcd-59bba49c0912" providerId="ADAL" clId="{99BEC226-A6EB-4252-A89A-8A589700888B}" dt="2026-08-11T00:55:39.843" v="1380" actId="14100"/>
          <ac:spMkLst>
            <pc:docMk/>
            <pc:sldMk cId="2530523181" sldId="310"/>
            <ac:spMk id="23" creationId="{F5D0A60C-666F-52EB-B361-869DC67C6D73}"/>
          </ac:spMkLst>
        </pc:spChg>
        <pc:spChg chg="mod">
          <ac:chgData name="William Kruczek" userId="1d921ea2-89bb-449c-8dcd-59bba49c0912" providerId="ADAL" clId="{99BEC226-A6EB-4252-A89A-8A589700888B}" dt="2026-08-10T15:16:11.265" v="1063" actId="14100"/>
          <ac:spMkLst>
            <pc:docMk/>
            <pc:sldMk cId="2530523181" sldId="310"/>
            <ac:spMk id="25" creationId="{F642C033-7352-9417-6710-EDF0FCB17CCD}"/>
          </ac:spMkLst>
        </pc:spChg>
        <pc:picChg chg="add mod">
          <ac:chgData name="William Kruczek" userId="1d921ea2-89bb-449c-8dcd-59bba49c0912" providerId="ADAL" clId="{99BEC226-A6EB-4252-A89A-8A589700888B}" dt="2026-08-07T15:09:43.834" v="431" actId="14100"/>
          <ac:picMkLst>
            <pc:docMk/>
            <pc:sldMk cId="2530523181" sldId="310"/>
            <ac:picMk id="8" creationId="{9BB7A4EC-9E1D-09D5-DCD0-23AB25ECC28C}"/>
          </ac:picMkLst>
        </pc:picChg>
        <pc:picChg chg="add mod modCrop">
          <ac:chgData name="William Kruczek" userId="1d921ea2-89bb-449c-8dcd-59bba49c0912" providerId="ADAL" clId="{99BEC226-A6EB-4252-A89A-8A589700888B}" dt="2026-08-10T15:16:12.060" v="1064" actId="1076"/>
          <ac:picMkLst>
            <pc:docMk/>
            <pc:sldMk cId="2530523181" sldId="310"/>
            <ac:picMk id="32" creationId="{89D329A6-4EA1-59FD-4B62-021D764028B6}"/>
          </ac:picMkLst>
        </pc:picChg>
      </pc:sldChg>
      <pc:sldChg chg="addSp delSp modSp mod">
        <pc:chgData name="William Kruczek" userId="1d921ea2-89bb-449c-8dcd-59bba49c0912" providerId="ADAL" clId="{99BEC226-A6EB-4252-A89A-8A589700888B}" dt="2026-08-10T14:40:44.192" v="1020" actId="1076"/>
        <pc:sldMkLst>
          <pc:docMk/>
          <pc:sldMk cId="3749938653" sldId="311"/>
        </pc:sldMkLst>
        <pc:picChg chg="add mod">
          <ac:chgData name="William Kruczek" userId="1d921ea2-89bb-449c-8dcd-59bba49c0912" providerId="ADAL" clId="{99BEC226-A6EB-4252-A89A-8A589700888B}" dt="2026-08-10T14:40:44.192" v="1020" actId="1076"/>
          <ac:picMkLst>
            <pc:docMk/>
            <pc:sldMk cId="3749938653" sldId="311"/>
            <ac:picMk id="9" creationId="{F3F58B57-975A-F8CF-F37C-7EEBE65AE421}"/>
          </ac:picMkLst>
        </pc:picChg>
        <pc:picChg chg="add mod">
          <ac:chgData name="William Kruczek" userId="1d921ea2-89bb-449c-8dcd-59bba49c0912" providerId="ADAL" clId="{99BEC226-A6EB-4252-A89A-8A589700888B}" dt="2026-08-10T14:40:10.884" v="1013" actId="14100"/>
          <ac:picMkLst>
            <pc:docMk/>
            <pc:sldMk cId="3749938653" sldId="311"/>
            <ac:picMk id="14" creationId="{90C468C7-3C33-BB08-DC6A-E1386D3E49D6}"/>
          </ac:picMkLst>
        </pc:picChg>
      </pc:sldChg>
      <pc:sldChg chg="addSp delSp modSp mod">
        <pc:chgData name="William Kruczek" userId="1d921ea2-89bb-449c-8dcd-59bba49c0912" providerId="ADAL" clId="{99BEC226-A6EB-4252-A89A-8A589700888B}" dt="2026-08-10T14:26:24.798" v="955" actId="1076"/>
        <pc:sldMkLst>
          <pc:docMk/>
          <pc:sldMk cId="1939323348" sldId="312"/>
        </pc:sldMkLst>
        <pc:picChg chg="add mod">
          <ac:chgData name="William Kruczek" userId="1d921ea2-89bb-449c-8dcd-59bba49c0912" providerId="ADAL" clId="{99BEC226-A6EB-4252-A89A-8A589700888B}" dt="2026-08-10T14:26:24.798" v="955" actId="1076"/>
          <ac:picMkLst>
            <pc:docMk/>
            <pc:sldMk cId="1939323348" sldId="312"/>
            <ac:picMk id="9" creationId="{1417C6DC-BC52-71DC-5247-5750F8939C38}"/>
          </ac:picMkLst>
        </pc:picChg>
      </pc:sldChg>
      <pc:sldChg chg="delSp modSp add mod">
        <pc:chgData name="William Kruczek" userId="1d921ea2-89bb-449c-8dcd-59bba49c0912" providerId="ADAL" clId="{99BEC226-A6EB-4252-A89A-8A589700888B}" dt="2026-08-10T13:32:11.690" v="627" actId="404"/>
        <pc:sldMkLst>
          <pc:docMk/>
          <pc:sldMk cId="940064853" sldId="314"/>
        </pc:sldMkLst>
        <pc:spChg chg="mod">
          <ac:chgData name="William Kruczek" userId="1d921ea2-89bb-449c-8dcd-59bba49c0912" providerId="ADAL" clId="{99BEC226-A6EB-4252-A89A-8A589700888B}" dt="2026-08-10T13:32:00.087" v="624" actId="404"/>
          <ac:spMkLst>
            <pc:docMk/>
            <pc:sldMk cId="940064853" sldId="314"/>
            <ac:spMk id="6" creationId="{961A86B7-22BE-24E0-61E7-4AA296933490}"/>
          </ac:spMkLst>
        </pc:spChg>
        <pc:spChg chg="mod">
          <ac:chgData name="William Kruczek" userId="1d921ea2-89bb-449c-8dcd-59bba49c0912" providerId="ADAL" clId="{99BEC226-A6EB-4252-A89A-8A589700888B}" dt="2026-08-10T13:32:11.690" v="627" actId="404"/>
          <ac:spMkLst>
            <pc:docMk/>
            <pc:sldMk cId="940064853" sldId="314"/>
            <ac:spMk id="15" creationId="{8A950750-EEBE-C031-A8AA-8CE21D330C80}"/>
          </ac:spMkLst>
        </pc:spChg>
        <pc:picChg chg="mod">
          <ac:chgData name="William Kruczek" userId="1d921ea2-89bb-449c-8dcd-59bba49c0912" providerId="ADAL" clId="{99BEC226-A6EB-4252-A89A-8A589700888B}" dt="2026-08-07T14:48:04.799" v="388" actId="14100"/>
          <ac:picMkLst>
            <pc:docMk/>
            <pc:sldMk cId="940064853" sldId="314"/>
            <ac:picMk id="8" creationId="{E440C997-EF04-F27A-1033-52BD26C383D0}"/>
          </ac:picMkLst>
        </pc:picChg>
      </pc:sldChg>
      <pc:sldChg chg="delSp modSp mod">
        <pc:chgData name="William Kruczek" userId="1d921ea2-89bb-449c-8dcd-59bba49c0912" providerId="ADAL" clId="{99BEC226-A6EB-4252-A89A-8A589700888B}" dt="2026-08-11T09:12:02.955" v="1395" actId="21"/>
        <pc:sldMkLst>
          <pc:docMk/>
          <pc:sldMk cId="1980228051" sldId="315"/>
        </pc:sldMkLst>
        <pc:spChg chg="del mod">
          <ac:chgData name="William Kruczek" userId="1d921ea2-89bb-449c-8dcd-59bba49c0912" providerId="ADAL" clId="{99BEC226-A6EB-4252-A89A-8A589700888B}" dt="2026-08-11T09:12:02.955" v="1395" actId="21"/>
          <ac:spMkLst>
            <pc:docMk/>
            <pc:sldMk cId="1980228051" sldId="315"/>
            <ac:spMk id="4" creationId="{BE7CEE21-9E2C-8790-E6B2-60A02325856E}"/>
          </ac:spMkLst>
        </pc:spChg>
      </pc:sldChg>
      <pc:sldChg chg="add">
        <pc:chgData name="William Kruczek" userId="1d921ea2-89bb-449c-8dcd-59bba49c0912" providerId="ADAL" clId="{99BEC226-A6EB-4252-A89A-8A589700888B}" dt="2026-08-10T15:18:54.590" v="1067" actId="2890"/>
        <pc:sldMkLst>
          <pc:docMk/>
          <pc:sldMk cId="1696684906" sldId="316"/>
        </pc:sldMkLst>
      </pc:sldChg>
      <pc:sldChg chg="addSp delSp modSp add mod modCm">
        <pc:chgData name="William Kruczek" userId="1d921ea2-89bb-449c-8dcd-59bba49c0912" providerId="ADAL" clId="{99BEC226-A6EB-4252-A89A-8A589700888B}" dt="2026-08-11T15:27:19.138" v="1517" actId="14100"/>
        <pc:sldMkLst>
          <pc:docMk/>
          <pc:sldMk cId="2331800344" sldId="317"/>
        </pc:sldMkLst>
        <pc:spChg chg="mod">
          <ac:chgData name="William Kruczek" userId="1d921ea2-89bb-449c-8dcd-59bba49c0912" providerId="ADAL" clId="{99BEC226-A6EB-4252-A89A-8A589700888B}" dt="2026-08-11T15:00:39.899" v="1480" actId="20577"/>
          <ac:spMkLst>
            <pc:docMk/>
            <pc:sldMk cId="2331800344" sldId="317"/>
            <ac:spMk id="2" creationId="{0D8F264B-5001-80A8-A3D1-3617BBE28889}"/>
          </ac:spMkLst>
        </pc:spChg>
        <pc:spChg chg="mod">
          <ac:chgData name="William Kruczek" userId="1d921ea2-89bb-449c-8dcd-59bba49c0912" providerId="ADAL" clId="{99BEC226-A6EB-4252-A89A-8A589700888B}" dt="2026-08-11T15:01:12.237" v="1482" actId="20577"/>
          <ac:spMkLst>
            <pc:docMk/>
            <pc:sldMk cId="2331800344" sldId="317"/>
            <ac:spMk id="5" creationId="{222AE40A-8D91-30BD-26BB-72E343D1972B}"/>
          </ac:spMkLst>
        </pc:spChg>
        <pc:spChg chg="del mod">
          <ac:chgData name="William Kruczek" userId="1d921ea2-89bb-449c-8dcd-59bba49c0912" providerId="ADAL" clId="{99BEC226-A6EB-4252-A89A-8A589700888B}" dt="2026-08-11T00:40:23.050" v="1209" actId="21"/>
          <ac:spMkLst>
            <pc:docMk/>
            <pc:sldMk cId="2331800344" sldId="317"/>
            <ac:spMk id="13" creationId="{4DFF1A0A-DFEC-60D9-CAFC-D1181189DEA9}"/>
          </ac:spMkLst>
        </pc:spChg>
        <pc:spChg chg="mod">
          <ac:chgData name="William Kruczek" userId="1d921ea2-89bb-449c-8dcd-59bba49c0912" providerId="ADAL" clId="{99BEC226-A6EB-4252-A89A-8A589700888B}" dt="2026-08-11T15:27:19.138" v="1517" actId="14100"/>
          <ac:spMkLst>
            <pc:docMk/>
            <pc:sldMk cId="2331800344" sldId="317"/>
            <ac:spMk id="18" creationId="{26A277E5-FD01-03C6-9BCC-618EF404D5BC}"/>
          </ac:spMkLst>
        </pc:spChg>
        <pc:spChg chg="mod">
          <ac:chgData name="William Kruczek" userId="1d921ea2-89bb-449c-8dcd-59bba49c0912" providerId="ADAL" clId="{99BEC226-A6EB-4252-A89A-8A589700888B}" dt="2026-08-11T00:30:04.788" v="1178" actId="27636"/>
          <ac:spMkLst>
            <pc:docMk/>
            <pc:sldMk cId="2331800344" sldId="317"/>
            <ac:spMk id="21" creationId="{34BE793D-C500-F9C8-432F-92AB5D99AB0A}"/>
          </ac:spMkLst>
        </pc:spChg>
        <pc:picChg chg="add del mod">
          <ac:chgData name="William Kruczek" userId="1d921ea2-89bb-449c-8dcd-59bba49c0912" providerId="ADAL" clId="{99BEC226-A6EB-4252-A89A-8A589700888B}" dt="2026-08-11T00:19:08.011" v="1151" actId="478"/>
          <ac:picMkLst>
            <pc:docMk/>
            <pc:sldMk cId="2331800344" sldId="317"/>
            <ac:picMk id="6" creationId="{76117C2A-DB83-4FD4-D782-B47BFC7C0B42}"/>
          </ac:picMkLst>
        </pc:picChg>
        <pc:picChg chg="add del mod">
          <ac:chgData name="William Kruczek" userId="1d921ea2-89bb-449c-8dcd-59bba49c0912" providerId="ADAL" clId="{99BEC226-A6EB-4252-A89A-8A589700888B}" dt="2026-08-11T00:19:29.083" v="1154" actId="478"/>
          <ac:picMkLst>
            <pc:docMk/>
            <pc:sldMk cId="2331800344" sldId="317"/>
            <ac:picMk id="9" creationId="{86AEBE42-3F11-F8BA-941F-40C6DF954915}"/>
          </ac:picMkLst>
        </pc:picChg>
        <pc:picChg chg="add mod">
          <ac:chgData name="William Kruczek" userId="1d921ea2-89bb-449c-8dcd-59bba49c0912" providerId="ADAL" clId="{99BEC226-A6EB-4252-A89A-8A589700888B}" dt="2026-08-11T00:20:20.540" v="1164" actId="1076"/>
          <ac:picMkLst>
            <pc:docMk/>
            <pc:sldMk cId="2331800344" sldId="317"/>
            <ac:picMk id="12" creationId="{B16A0393-9E3E-5330-89BB-A1C9B66752F0}"/>
          </ac:picMkLst>
        </pc:picChg>
        <pc:picChg chg="add del mod">
          <ac:chgData name="William Kruczek" userId="1d921ea2-89bb-449c-8dcd-59bba49c0912" providerId="ADAL" clId="{99BEC226-A6EB-4252-A89A-8A589700888B}" dt="2026-08-11T00:22:34.919" v="1167" actId="478"/>
          <ac:picMkLst>
            <pc:docMk/>
            <pc:sldMk cId="2331800344" sldId="317"/>
            <ac:picMk id="17" creationId="{CA46A488-EFC4-8FE5-ED25-495D465AADB7}"/>
          </ac:picMkLst>
        </pc:picChg>
        <pc:picChg chg="add del mod">
          <ac:chgData name="William Kruczek" userId="1d921ea2-89bb-449c-8dcd-59bba49c0912" providerId="ADAL" clId="{99BEC226-A6EB-4252-A89A-8A589700888B}" dt="2026-08-11T00:28:25.866" v="1171" actId="478"/>
          <ac:picMkLst>
            <pc:docMk/>
            <pc:sldMk cId="2331800344" sldId="317"/>
            <ac:picMk id="22" creationId="{16E0E759-4E9D-9841-1347-EEC030FD4718}"/>
          </ac:picMkLst>
        </pc:picChg>
        <pc:picChg chg="add del mod">
          <ac:chgData name="William Kruczek" userId="1d921ea2-89bb-449c-8dcd-59bba49c0912" providerId="ADAL" clId="{99BEC226-A6EB-4252-A89A-8A589700888B}" dt="2026-08-11T00:30:46.625" v="1181" actId="478"/>
          <ac:picMkLst>
            <pc:docMk/>
            <pc:sldMk cId="2331800344" sldId="317"/>
            <ac:picMk id="24" creationId="{F54310F2-4B79-E376-F025-E93D53EDB925}"/>
          </ac:picMkLst>
        </pc:picChg>
        <pc:picChg chg="add del mod">
          <ac:chgData name="William Kruczek" userId="1d921ea2-89bb-449c-8dcd-59bba49c0912" providerId="ADAL" clId="{99BEC226-A6EB-4252-A89A-8A589700888B}" dt="2026-08-11T00:31:42.467" v="1184" actId="478"/>
          <ac:picMkLst>
            <pc:docMk/>
            <pc:sldMk cId="2331800344" sldId="317"/>
            <ac:picMk id="26" creationId="{06CFD8CB-7922-0F82-723E-56CA2216BB6C}"/>
          </ac:picMkLst>
        </pc:picChg>
        <pc:picChg chg="add del mod">
          <ac:chgData name="William Kruczek" userId="1d921ea2-89bb-449c-8dcd-59bba49c0912" providerId="ADAL" clId="{99BEC226-A6EB-4252-A89A-8A589700888B}" dt="2026-08-11T00:32:00.802" v="1187" actId="478"/>
          <ac:picMkLst>
            <pc:docMk/>
            <pc:sldMk cId="2331800344" sldId="317"/>
            <ac:picMk id="28" creationId="{1982B937-2ED0-C972-D0E1-8700E5E23D01}"/>
          </ac:picMkLst>
        </pc:picChg>
        <pc:picChg chg="add del mod">
          <ac:chgData name="William Kruczek" userId="1d921ea2-89bb-449c-8dcd-59bba49c0912" providerId="ADAL" clId="{99BEC226-A6EB-4252-A89A-8A589700888B}" dt="2026-08-11T00:32:58.279" v="1190" actId="478"/>
          <ac:picMkLst>
            <pc:docMk/>
            <pc:sldMk cId="2331800344" sldId="317"/>
            <ac:picMk id="30" creationId="{4E331E9A-667F-6CF5-40C8-0F247C4972B1}"/>
          </ac:picMkLst>
        </pc:picChg>
        <pc:picChg chg="add mod">
          <ac:chgData name="William Kruczek" userId="1d921ea2-89bb-449c-8dcd-59bba49c0912" providerId="ADAL" clId="{99BEC226-A6EB-4252-A89A-8A589700888B}" dt="2026-08-11T00:34:08.437" v="1202" actId="1076"/>
          <ac:picMkLst>
            <pc:docMk/>
            <pc:sldMk cId="2331800344" sldId="317"/>
            <ac:picMk id="32" creationId="{5E0FE759-1666-B136-F3EB-653B8FAC9627}"/>
          </ac:picMkLst>
        </pc:picChg>
        <pc:extLst>
          <p:ext xmlns:p="http://schemas.openxmlformats.org/presentationml/2006/main" uri="{D6D511B9-2390-475A-947B-AFAB55BFBCF1}">
            <pc226:cmChg xmlns:pc226="http://schemas.microsoft.com/office/powerpoint/2022/06/main/command" chg="mod">
              <pc226:chgData name="William Kruczek" userId="1d921ea2-89bb-449c-8dcd-59bba49c0912" providerId="ADAL" clId="{99BEC226-A6EB-4252-A89A-8A589700888B}" dt="2026-08-11T15:26:53.307" v="1515" actId="20577"/>
              <pc2:cmMkLst xmlns:pc2="http://schemas.microsoft.com/office/powerpoint/2019/9/main/command">
                <pc:docMk/>
                <pc:sldMk cId="2331800344" sldId="317"/>
                <pc2:cmMk id="{08589E0C-6347-46D3-9D92-1B42C0AF17A2}"/>
              </pc2:cmMkLst>
            </pc226:cmChg>
          </p:ext>
        </pc:extLst>
      </pc:sldChg>
    </pc:docChg>
  </pc:docChgLst>
  <pc:docChgLst>
    <pc:chgData name="William Kruczek" userId="S::william.kruczek@communities.gov.uk::1d921ea2-89bb-449c-8dcd-59bba49c0912" providerId="AD" clId="Web-{E49F2B5D-BAF7-FCEA-1118-8BE343D9D0BD}"/>
    <pc:docChg chg="addSld modSld sldOrd modSection">
      <pc:chgData name="William Kruczek" userId="S::william.kruczek@communities.gov.uk::1d921ea2-89bb-449c-8dcd-59bba49c0912" providerId="AD" clId="Web-{E49F2B5D-BAF7-FCEA-1118-8BE343D9D0BD}" dt="2026-08-10T00:07:12.451" v="400" actId="1076"/>
      <pc:docMkLst>
        <pc:docMk/>
      </pc:docMkLst>
      <pc:sldChg chg="ord">
        <pc:chgData name="William Kruczek" userId="S::william.kruczek@communities.gov.uk::1d921ea2-89bb-449c-8dcd-59bba49c0912" providerId="AD" clId="Web-{E49F2B5D-BAF7-FCEA-1118-8BE343D9D0BD}" dt="2026-08-09T23:52:34.455" v="127"/>
        <pc:sldMkLst>
          <pc:docMk/>
          <pc:sldMk cId="4250446943" sldId="263"/>
        </pc:sldMkLst>
      </pc:sldChg>
      <pc:sldChg chg="modSp">
        <pc:chgData name="William Kruczek" userId="S::william.kruczek@communities.gov.uk::1d921ea2-89bb-449c-8dcd-59bba49c0912" providerId="AD" clId="Web-{E49F2B5D-BAF7-FCEA-1118-8BE343D9D0BD}" dt="2026-08-09T23:36:15.924" v="11" actId="14100"/>
        <pc:sldMkLst>
          <pc:docMk/>
          <pc:sldMk cId="1062679220" sldId="304"/>
        </pc:sldMkLst>
      </pc:sldChg>
      <pc:sldChg chg="addSp delSp modSp">
        <pc:chgData name="William Kruczek" userId="S::william.kruczek@communities.gov.uk::1d921ea2-89bb-449c-8dcd-59bba49c0912" providerId="AD" clId="Web-{E49F2B5D-BAF7-FCEA-1118-8BE343D9D0BD}" dt="2026-08-10T00:07:12.451" v="400" actId="1076"/>
        <pc:sldMkLst>
          <pc:docMk/>
          <pc:sldMk cId="3569845477" sldId="306"/>
        </pc:sldMkLst>
        <pc:spChg chg="add mod">
          <ac:chgData name="William Kruczek" userId="S::william.kruczek@communities.gov.uk::1d921ea2-89bb-449c-8dcd-59bba49c0912" providerId="AD" clId="Web-{E49F2B5D-BAF7-FCEA-1118-8BE343D9D0BD}" dt="2026-08-09T23:40:31.144" v="20" actId="1076"/>
          <ac:spMkLst>
            <pc:docMk/>
            <pc:sldMk cId="3569845477" sldId="306"/>
            <ac:spMk id="6" creationId="{0785A499-367D-B38A-DB7E-2FFD59364709}"/>
          </ac:spMkLst>
        </pc:spChg>
        <pc:spChg chg="add mod">
          <ac:chgData name="William Kruczek" userId="S::william.kruczek@communities.gov.uk::1d921ea2-89bb-449c-8dcd-59bba49c0912" providerId="AD" clId="Web-{E49F2B5D-BAF7-FCEA-1118-8BE343D9D0BD}" dt="2026-08-09T23:48:28.346" v="51" actId="20577"/>
          <ac:spMkLst>
            <pc:docMk/>
            <pc:sldMk cId="3569845477" sldId="306"/>
            <ac:spMk id="7" creationId="{F8B21123-0633-46E1-53E4-26490DA30298}"/>
          </ac:spMkLst>
        </pc:spChg>
        <pc:spChg chg="add del mod">
          <ac:chgData name="William Kruczek" userId="S::william.kruczek@communities.gov.uk::1d921ea2-89bb-449c-8dcd-59bba49c0912" providerId="AD" clId="Web-{E49F2B5D-BAF7-FCEA-1118-8BE343D9D0BD}" dt="2026-08-09T23:50:19.774" v="118" actId="20577"/>
          <ac:spMkLst>
            <pc:docMk/>
            <pc:sldMk cId="3569845477" sldId="306"/>
            <ac:spMk id="27" creationId="{1856E150-EABF-BD05-C71A-2E39063255A3}"/>
          </ac:spMkLst>
        </pc:spChg>
      </pc:sldChg>
      <pc:sldChg chg="modSp">
        <pc:chgData name="William Kruczek" userId="S::william.kruczek@communities.gov.uk::1d921ea2-89bb-449c-8dcd-59bba49c0912" providerId="AD" clId="Web-{E49F2B5D-BAF7-FCEA-1118-8BE343D9D0BD}" dt="2026-08-09T23:51:45.155" v="123" actId="20577"/>
        <pc:sldMkLst>
          <pc:docMk/>
          <pc:sldMk cId="1423429152" sldId="309"/>
        </pc:sldMkLst>
        <pc:spChg chg="mod">
          <ac:chgData name="William Kruczek" userId="S::william.kruczek@communities.gov.uk::1d921ea2-89bb-449c-8dcd-59bba49c0912" providerId="AD" clId="Web-{E49F2B5D-BAF7-FCEA-1118-8BE343D9D0BD}" dt="2026-08-09T23:51:45.155" v="123" actId="20577"/>
          <ac:spMkLst>
            <pc:docMk/>
            <pc:sldMk cId="1423429152" sldId="309"/>
            <ac:spMk id="2" creationId="{40FF6612-50E7-0378-09C7-67E439AB3259}"/>
          </ac:spMkLst>
        </pc:spChg>
      </pc:sldChg>
      <pc:sldChg chg="modSp">
        <pc:chgData name="William Kruczek" userId="S::william.kruczek@communities.gov.uk::1d921ea2-89bb-449c-8dcd-59bba49c0912" providerId="AD" clId="Web-{E49F2B5D-BAF7-FCEA-1118-8BE343D9D0BD}" dt="2026-08-09T23:35:52" v="10" actId="1076"/>
        <pc:sldMkLst>
          <pc:docMk/>
          <pc:sldMk cId="2530523181" sldId="310"/>
        </pc:sldMkLst>
      </pc:sldChg>
      <pc:sldChg chg="modSp">
        <pc:chgData name="William Kruczek" userId="S::william.kruczek@communities.gov.uk::1d921ea2-89bb-449c-8dcd-59bba49c0912" providerId="AD" clId="Web-{E49F2B5D-BAF7-FCEA-1118-8BE343D9D0BD}" dt="2026-08-09T23:34:27.792" v="0" actId="14100"/>
        <pc:sldMkLst>
          <pc:docMk/>
          <pc:sldMk cId="1939323348" sldId="312"/>
        </pc:sldMkLst>
      </pc:sldChg>
      <pc:sldChg chg="ord">
        <pc:chgData name="William Kruczek" userId="S::william.kruczek@communities.gov.uk::1d921ea2-89bb-449c-8dcd-59bba49c0912" providerId="AD" clId="Web-{E49F2B5D-BAF7-FCEA-1118-8BE343D9D0BD}" dt="2026-08-09T23:57:34.256" v="340"/>
        <pc:sldMkLst>
          <pc:docMk/>
          <pc:sldMk cId="940064853" sldId="314"/>
        </pc:sldMkLst>
      </pc:sldChg>
      <pc:sldChg chg="modSp add ord replId">
        <pc:chgData name="William Kruczek" userId="S::william.kruczek@communities.gov.uk::1d921ea2-89bb-449c-8dcd-59bba49c0912" providerId="AD" clId="Web-{E49F2B5D-BAF7-FCEA-1118-8BE343D9D0BD}" dt="2026-08-09T23:57:06.707" v="338" actId="20577"/>
        <pc:sldMkLst>
          <pc:docMk/>
          <pc:sldMk cId="1980228051" sldId="315"/>
        </pc:sldMkLst>
        <pc:spChg chg="mod">
          <ac:chgData name="William Kruczek" userId="S::william.kruczek@communities.gov.uk::1d921ea2-89bb-449c-8dcd-59bba49c0912" providerId="AD" clId="Web-{E49F2B5D-BAF7-FCEA-1118-8BE343D9D0BD}" dt="2026-08-09T23:57:06.707" v="338" actId="20577"/>
          <ac:spMkLst>
            <pc:docMk/>
            <pc:sldMk cId="1980228051" sldId="315"/>
            <ac:spMk id="3" creationId="{216BFB47-F536-6170-03CE-A0DBEA1DDC40}"/>
          </ac:spMkLst>
        </pc:spChg>
      </pc:sldChg>
    </pc:docChg>
  </pc:docChgLst>
  <pc:docChgLst>
    <pc:chgData name="William Kruczek" userId="S::william.kruczek@communities.gov.uk::1d921ea2-89bb-449c-8dcd-59bba49c0912" providerId="AD" clId="Web-{02FD3AC8-FA32-4FC9-AD22-5578E9EAECC6}"/>
    <pc:docChg chg="modSld">
      <pc:chgData name="William Kruczek" userId="S::william.kruczek@communities.gov.uk::1d921ea2-89bb-449c-8dcd-59bba49c0912" providerId="AD" clId="Web-{02FD3AC8-FA32-4FC9-AD22-5578E9EAECC6}" dt="2026-08-10T00:18:42.929" v="16" actId="20577"/>
      <pc:docMkLst>
        <pc:docMk/>
      </pc:docMkLst>
      <pc:sldChg chg="modSp">
        <pc:chgData name="William Kruczek" userId="S::william.kruczek@communities.gov.uk::1d921ea2-89bb-449c-8dcd-59bba49c0912" providerId="AD" clId="Web-{02FD3AC8-FA32-4FC9-AD22-5578E9EAECC6}" dt="2026-08-10T00:18:42.929" v="16" actId="20577"/>
        <pc:sldMkLst>
          <pc:docMk/>
          <pc:sldMk cId="1062679220" sldId="304"/>
        </pc:sldMkLst>
        <pc:spChg chg="mod">
          <ac:chgData name="William Kruczek" userId="S::william.kruczek@communities.gov.uk::1d921ea2-89bb-449c-8dcd-59bba49c0912" providerId="AD" clId="Web-{02FD3AC8-FA32-4FC9-AD22-5578E9EAECC6}" dt="2026-08-10T00:18:42.929" v="16" actId="20577"/>
          <ac:spMkLst>
            <pc:docMk/>
            <pc:sldMk cId="1062679220" sldId="304"/>
            <ac:spMk id="32" creationId="{B51BF850-22CC-7884-815F-70912F9D78AE}"/>
          </ac:spMkLst>
        </pc:spChg>
        <pc:spChg chg="mod">
          <ac:chgData name="William Kruczek" userId="S::william.kruczek@communities.gov.uk::1d921ea2-89bb-449c-8dcd-59bba49c0912" providerId="AD" clId="Web-{02FD3AC8-FA32-4FC9-AD22-5578E9EAECC6}" dt="2026-08-10T00:18:18.833" v="14" actId="20577"/>
          <ac:spMkLst>
            <pc:docMk/>
            <pc:sldMk cId="1062679220" sldId="304"/>
            <ac:spMk id="40" creationId="{B5F5A8B8-0B77-71FF-E37A-3DEFE770F9B3}"/>
          </ac:spMkLst>
        </pc:spChg>
      </pc:sldChg>
      <pc:sldChg chg="modSp">
        <pc:chgData name="William Kruczek" userId="S::william.kruczek@communities.gov.uk::1d921ea2-89bb-449c-8dcd-59bba49c0912" providerId="AD" clId="Web-{02FD3AC8-FA32-4FC9-AD22-5578E9EAECC6}" dt="2026-08-10T00:17:12.188" v="4" actId="20577"/>
        <pc:sldMkLst>
          <pc:docMk/>
          <pc:sldMk cId="1038869848" sldId="305"/>
        </pc:sldMkLst>
        <pc:spChg chg="mod">
          <ac:chgData name="William Kruczek" userId="S::william.kruczek@communities.gov.uk::1d921ea2-89bb-449c-8dcd-59bba49c0912" providerId="AD" clId="Web-{02FD3AC8-FA32-4FC9-AD22-5578E9EAECC6}" dt="2026-08-10T00:17:12.188" v="4" actId="20577"/>
          <ac:spMkLst>
            <pc:docMk/>
            <pc:sldMk cId="1038869848" sldId="305"/>
            <ac:spMk id="7" creationId="{9D1CFF4D-83BF-2730-B498-50C72FAC050C}"/>
          </ac:spMkLst>
        </pc:spChg>
      </pc:sldChg>
    </pc:docChg>
  </pc:docChgLst>
  <pc:docChgLst>
    <pc:chgData name="William Kruczek" userId="S::william.kruczek@communities.gov.uk::1d921ea2-89bb-449c-8dcd-59bba49c0912" providerId="AD" clId="Web-{D52BD6F3-BEB1-575D-E243-952869A9BC53}"/>
    <pc:docChg chg="modSld">
      <pc:chgData name="William Kruczek" userId="S::william.kruczek@communities.gov.uk::1d921ea2-89bb-449c-8dcd-59bba49c0912" providerId="AD" clId="Web-{D52BD6F3-BEB1-575D-E243-952869A9BC53}" dt="2026-08-11T11:34:57.067" v="12" actId="1076"/>
      <pc:docMkLst>
        <pc:docMk/>
      </pc:docMkLst>
      <pc:sldChg chg="addSp delSp modSp">
        <pc:chgData name="William Kruczek" userId="S::william.kruczek@communities.gov.uk::1d921ea2-89bb-449c-8dcd-59bba49c0912" providerId="AD" clId="Web-{D52BD6F3-BEB1-575D-E243-952869A9BC53}" dt="2026-08-11T11:34:57.067" v="12" actId="1076"/>
        <pc:sldMkLst>
          <pc:docMk/>
          <pc:sldMk cId="2331800344" sldId="317"/>
        </pc:sldMkLst>
        <pc:picChg chg="add mod">
          <ac:chgData name="William Kruczek" userId="S::william.kruczek@communities.gov.uk::1d921ea2-89bb-449c-8dcd-59bba49c0912" providerId="AD" clId="Web-{D52BD6F3-BEB1-575D-E243-952869A9BC53}" dt="2026-08-11T11:34:57.067" v="12" actId="1076"/>
          <ac:picMkLst>
            <pc:docMk/>
            <pc:sldMk cId="2331800344" sldId="317"/>
            <ac:picMk id="4" creationId="{916405C9-B397-75D6-4352-CFEF919CBEE0}"/>
          </ac:picMkLst>
        </pc:picChg>
        <pc:picChg chg="del">
          <ac:chgData name="William Kruczek" userId="S::william.kruczek@communities.gov.uk::1d921ea2-89bb-449c-8dcd-59bba49c0912" providerId="AD" clId="Web-{D52BD6F3-BEB1-575D-E243-952869A9BC53}" dt="2026-08-11T11:33:59.237" v="0"/>
          <ac:picMkLst>
            <pc:docMk/>
            <pc:sldMk cId="2331800344" sldId="317"/>
            <ac:picMk id="12" creationId="{B16A0393-9E3E-5330-89BB-A1C9B66752F0}"/>
          </ac:picMkLst>
        </pc:picChg>
      </pc:sldChg>
    </pc:docChg>
  </pc:docChgLst>
  <pc:docChgLst>
    <pc:chgData name="William Kruczek" userId="S::william.kruczek@communities.gov.uk::1d921ea2-89bb-449c-8dcd-59bba49c0912" providerId="AD" clId="Web-{738464CB-2CD8-492D-9D71-BFE866311142}"/>
    <pc:docChg chg="modSld">
      <pc:chgData name="William Kruczek" userId="S::william.kruczek@communities.gov.uk::1d921ea2-89bb-449c-8dcd-59bba49c0912" providerId="AD" clId="Web-{738464CB-2CD8-492D-9D71-BFE866311142}" dt="2026-08-07T15:19:01.312" v="0" actId="1076"/>
      <pc:docMkLst>
        <pc:docMk/>
      </pc:docMkLst>
      <pc:sldChg chg="modSp">
        <pc:chgData name="William Kruczek" userId="S::william.kruczek@communities.gov.uk::1d921ea2-89bb-449c-8dcd-59bba49c0912" providerId="AD" clId="Web-{738464CB-2CD8-492D-9D71-BFE866311142}" dt="2026-08-07T15:19:01.312" v="0" actId="1076"/>
        <pc:sldMkLst>
          <pc:docMk/>
          <pc:sldMk cId="3569845477" sldId="306"/>
        </pc:sldMkLst>
        <pc:spChg chg="mod">
          <ac:chgData name="William Kruczek" userId="S::william.kruczek@communities.gov.uk::1d921ea2-89bb-449c-8dcd-59bba49c0912" providerId="AD" clId="Web-{738464CB-2CD8-492D-9D71-BFE866311142}" dt="2026-08-07T15:19:01.312" v="0" actId="1076"/>
          <ac:spMkLst>
            <pc:docMk/>
            <pc:sldMk cId="3569845477" sldId="306"/>
            <ac:spMk id="25" creationId="{FC86AC4D-32DD-34E0-A7F3-5F374B20F1FB}"/>
          </ac:spMkLst>
        </pc:spChg>
      </pc:sldChg>
    </pc:docChg>
  </pc:docChgLst>
</pc:chgInfo>
</file>

<file path=ppt/comments/modernComment_13D_8AFC7318.xml><?xml version="1.0" encoding="utf-8"?>
<p188:cmLst xmlns:a="http://schemas.openxmlformats.org/drawingml/2006/main" xmlns:r="http://schemas.openxmlformats.org/officeDocument/2006/relationships" xmlns:p188="http://schemas.microsoft.com/office/powerpoint/2018/8/main">
  <p188:cm id="{C97CC56F-9824-4E6E-A847-5545B1D9B8E8}" authorId="{A89B4EBA-046A-7F49-AFCA-F1FC6A27C21F}" created="2026-08-11T10:04:13.233">
    <ac:deMkLst xmlns:ac="http://schemas.microsoft.com/office/drawing/2013/main/command">
      <pc:docMk xmlns:pc="http://schemas.microsoft.com/office/powerpoint/2013/main/command"/>
      <pc:sldMk xmlns:pc="http://schemas.microsoft.com/office/powerpoint/2013/main/command" cId="2331800344" sldId="317"/>
      <ac:picMk id="12" creationId="{B16A0393-9E3E-5330-89BB-A1C9B66752F0}"/>
    </ac:deMkLst>
    <p188:txBody>
      <a:bodyPr/>
      <a:lstStyle/>
      <a:p>
        <a:r>
          <a:rPr lang="en-GB"/>
          <a:t>I think this uses the rate that is from school pupils. For consistency, please use the EHCP rate which is used in the rest of the slide deck (as a proportion of 0-25 population)</a:t>
        </a:r>
      </a:p>
    </p188:txBody>
  </p188:cm>
  <p188:cm id="{08589E0C-6347-46D3-9D92-1B42C0AF17A2}" authorId="{A89B4EBA-046A-7F49-AFCA-F1FC6A27C21F}" created="2026-08-11T10:05:34.595">
    <ac:txMkLst xmlns:ac="http://schemas.microsoft.com/office/drawing/2013/main/command">
      <pc:docMk xmlns:pc="http://schemas.microsoft.com/office/powerpoint/2013/main/command"/>
      <pc:sldMk xmlns:pc="http://schemas.microsoft.com/office/powerpoint/2013/main/command" cId="2331800344" sldId="317"/>
      <ac:spMk id="18" creationId="{26A277E5-FD01-03C6-9BCC-618EF404D5BC}"/>
      <ac:txMk cp="521">
        <ac:context len="807" hash="2229165403"/>
      </ac:txMk>
    </ac:txMkLst>
    <p188:pos x="4878658" y="594731"/>
    <p188:txBody>
      <a:bodyPr/>
      <a:lstStyle/>
      <a:p>
        <a:r>
          <a:rPr lang="en-GB"/>
          <a:t>Not sure I follow what this means or how it relates to the slide? Might just need clarifying </a:t>
        </a:r>
      </a:p>
    </p188:txBody>
  </p188:cm>
</p188:cmLst>
</file>

<file path=ppt/comments/modernComment_130_3F5732B4.xml><?xml version="1.0" encoding="utf-8"?>
<p188:cmLst xmlns:a="http://schemas.openxmlformats.org/drawingml/2006/main" xmlns:r="http://schemas.openxmlformats.org/officeDocument/2006/relationships" xmlns:p188="http://schemas.microsoft.com/office/powerpoint/2018/8/main">
  <p188:cm id="{36AD7FC0-F77C-499F-8FA2-FA3355A9F290}" authorId="{A89B4EBA-046A-7F49-AFCA-F1FC6A27C21F}" created="2026-08-11T10:15:40.838">
    <ac:txMkLst xmlns:ac="http://schemas.microsoft.com/office/drawing/2013/main/command">
      <pc:docMk xmlns:pc="http://schemas.microsoft.com/office/powerpoint/2013/main/command"/>
      <pc:sldMk xmlns:pc="http://schemas.microsoft.com/office/powerpoint/2013/main/command" cId="1062679220" sldId="304"/>
      <ac:spMk id="2" creationId="{AB705C0D-9E1A-AC33-FE16-C1266B260E53}"/>
      <ac:txMk cp="0" len="72">
        <ac:context len="74" hash="2115091225"/>
      </ac:txMk>
    </ac:txMkLst>
    <p188:pos x="7592121" y="511097"/>
    <p188:txBody>
      <a:bodyPr/>
      <a:lstStyle/>
      <a:p>
        <a:r>
          <a:rPr lang="en-GB"/>
          <a:t>Small typo correlate -&gt; correlated. Also % of ehcp as share of sen population is highly correlated</a:t>
        </a:r>
      </a:p>
    </p188:txBody>
  </p188:cm>
</p188:cmLst>
</file>

<file path=ppt/comments/modernComment_131_3DEBE558.xml><?xml version="1.0" encoding="utf-8"?>
<p188:cmLst xmlns:a="http://schemas.openxmlformats.org/drawingml/2006/main" xmlns:r="http://schemas.openxmlformats.org/officeDocument/2006/relationships" xmlns:p188="http://schemas.microsoft.com/office/powerpoint/2018/8/main">
  <p188:cm id="{35AA201E-9B8B-4D97-AB51-A15B4B6ADFAC}" authorId="{A89B4EBA-046A-7F49-AFCA-F1FC6A27C21F}" created="2026-08-11T09:52:06.297">
    <ac:deMkLst xmlns:ac="http://schemas.microsoft.com/office/drawing/2013/main/command">
      <pc:docMk xmlns:pc="http://schemas.microsoft.com/office/powerpoint/2013/main/command"/>
      <pc:sldMk xmlns:pc="http://schemas.microsoft.com/office/powerpoint/2013/main/command" cId="1038869848" sldId="305"/>
      <ac:spMk id="15" creationId="{9D09C12C-7430-52FF-EA67-132FE2C91A01}"/>
    </ac:deMkLst>
    <p188:txBody>
      <a:bodyPr/>
      <a:lstStyle/>
      <a:p>
        <a:r>
          <a:rPr lang="en-GB"/>
          <a:t>I'd probably change this to say "large majority of london boroughs sit in two lowest bands" </a:t>
        </a:r>
      </a:p>
    </p188:txBody>
  </p188:cm>
  <p188:cm id="{1D27CA52-3B39-44F5-A374-26905160B12B}" authorId="{A89B4EBA-046A-7F49-AFCA-F1FC6A27C21F}" created="2026-08-11T09:53:52.083">
    <ac:deMkLst xmlns:ac="http://schemas.microsoft.com/office/drawing/2013/main/command">
      <pc:docMk xmlns:pc="http://schemas.microsoft.com/office/powerpoint/2013/main/command"/>
      <pc:sldMk xmlns:pc="http://schemas.microsoft.com/office/powerpoint/2013/main/command" cId="1038869848" sldId="305"/>
      <ac:spMk id="27" creationId="{2306BF94-11F0-9D52-F1C7-BAD4537AE416}"/>
    </ac:deMkLst>
    <p188:txBody>
      <a:bodyPr/>
      <a:lstStyle/>
      <a:p>
        <a:r>
          <a:rPr lang="en-GB"/>
          <a:t>Sorry this might just be me but I struggle to parse "growth as tracked closer together across boroughs". Maybe say we see clusters of lower growth?</a:t>
        </a:r>
      </a:p>
    </p188:txBody>
  </p188:cm>
</p188:cmLst>
</file>

<file path=ppt/comments/modernComment_134_3F18049D.xml><?xml version="1.0" encoding="utf-8"?>
<p188:cmLst xmlns:a="http://schemas.openxmlformats.org/drawingml/2006/main" xmlns:r="http://schemas.openxmlformats.org/officeDocument/2006/relationships" xmlns:p188="http://schemas.microsoft.com/office/powerpoint/2018/8/main">
  <p188:cm id="{E00CC48C-2A82-4D99-93DD-FE9E53FD94EC}" authorId="{A89B4EBA-046A-7F49-AFCA-F1FC6A27C21F}" created="2026-08-11T10:13:50.928">
    <pc:sldMkLst xmlns:pc="http://schemas.microsoft.com/office/powerpoint/2013/main/command">
      <pc:docMk/>
      <pc:sldMk cId="1058538653" sldId="308"/>
    </pc:sldMkLst>
    <p188:txBody>
      <a:bodyPr/>
      <a:lstStyle/>
      <a:p>
        <a:r>
          <a:rPr lang="en-GB"/>
          <a:t>I would probably remove or slightly rephrase this. As a statistician I don't like "close to certain". Maybe say something like "a child is very likely to receive a plan once assessed"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ACDA1C-C513-FEDB-1B28-D95FC9E454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4DC6C4-95C7-6F5C-4B24-16A5C1DE1DC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F1E27D-3AA0-FF49-BF80-1D5029A1458D}" type="datetimeFigureOut">
              <a:rPr lang="en-US" smtClean="0"/>
              <a:t>9/14/2026</a:t>
            </a:fld>
            <a:endParaRPr lang="en-US"/>
          </a:p>
        </p:txBody>
      </p:sp>
      <p:sp>
        <p:nvSpPr>
          <p:cNvPr id="4" name="Footer Placeholder 3">
            <a:extLst>
              <a:ext uri="{FF2B5EF4-FFF2-40B4-BE49-F238E27FC236}">
                <a16:creationId xmlns:a16="http://schemas.microsoft.com/office/drawing/2014/main" id="{8E2C4783-165D-FDB0-1F1E-F7235E90061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F7BD00D-B280-EC90-0559-3136D1BC4F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7EEBA1-7778-B244-849D-DCA48F0063D9}" type="slidenum">
              <a:rPr lang="en-US" smtClean="0"/>
              <a:t>‹#›</a:t>
            </a:fld>
            <a:endParaRPr lang="en-US"/>
          </a:p>
        </p:txBody>
      </p:sp>
    </p:spTree>
    <p:extLst>
      <p:ext uri="{BB962C8B-B14F-4D97-AF65-F5344CB8AC3E}">
        <p14:creationId xmlns:p14="http://schemas.microsoft.com/office/powerpoint/2010/main" val="31585815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B0F88-AE9A-4C54-8E20-52AF2A55CAC0}" type="datetimeFigureOut">
              <a:rPr lang="en-GB" smtClean="0"/>
              <a:t>14/09/2026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CB5F3E-9433-4D4B-8703-99BBF0C656F6}" type="slidenum">
              <a:rPr lang="en-GB" smtClean="0"/>
              <a:t>‹#›</a:t>
            </a:fld>
            <a:endParaRPr lang="en-GB"/>
          </a:p>
        </p:txBody>
      </p:sp>
    </p:spTree>
    <p:extLst>
      <p:ext uri="{BB962C8B-B14F-4D97-AF65-F5344CB8AC3E}">
        <p14:creationId xmlns:p14="http://schemas.microsoft.com/office/powerpoint/2010/main" val="721742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EC7B1-3FC9-DD2E-22D4-4B3550E09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8B313-37CD-6486-4CE7-9B5AE55F376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7C1360D-45AE-317E-7F9D-FCC70685DA6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BF715E-C930-31F8-DF24-1F974450D4BE}"/>
              </a:ext>
            </a:extLst>
          </p:cNvPr>
          <p:cNvSpPr>
            <a:spLocks noGrp="1"/>
          </p:cNvSpPr>
          <p:nvPr>
            <p:ph type="sldNum" sz="quarter" idx="5"/>
          </p:nvPr>
        </p:nvSpPr>
        <p:spPr/>
        <p:txBody>
          <a:bodyPr/>
          <a:lstStyle/>
          <a:p>
            <a:fld id="{66CB5F3E-9433-4D4B-8703-99BBF0C656F6}" type="slidenum">
              <a:rPr lang="en-GB" smtClean="0"/>
              <a:t>1</a:t>
            </a:fld>
            <a:endParaRPr lang="en-GB"/>
          </a:p>
        </p:txBody>
      </p:sp>
    </p:spTree>
    <p:extLst>
      <p:ext uri="{BB962C8B-B14F-4D97-AF65-F5344CB8AC3E}">
        <p14:creationId xmlns:p14="http://schemas.microsoft.com/office/powerpoint/2010/main" val="3231221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79051-90CD-5A95-D20E-5874EC8FE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B03F5-7150-99AA-1278-5A18648FC38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49FA40B-1ECF-E6A8-D558-316C83CF0F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2074AC-9CFE-2F02-8FC7-EA3053384A47}"/>
              </a:ext>
            </a:extLst>
          </p:cNvPr>
          <p:cNvSpPr>
            <a:spLocks noGrp="1"/>
          </p:cNvSpPr>
          <p:nvPr>
            <p:ph type="sldNum" sz="quarter" idx="5"/>
          </p:nvPr>
        </p:nvSpPr>
        <p:spPr/>
        <p:txBody>
          <a:bodyPr/>
          <a:lstStyle/>
          <a:p>
            <a:fld id="{66CB5F3E-9433-4D4B-8703-99BBF0C656F6}" type="slidenum">
              <a:rPr lang="en-GB" smtClean="0"/>
              <a:t>2</a:t>
            </a:fld>
            <a:endParaRPr lang="en-GB"/>
          </a:p>
        </p:txBody>
      </p:sp>
    </p:spTree>
    <p:extLst>
      <p:ext uri="{BB962C8B-B14F-4D97-AF65-F5344CB8AC3E}">
        <p14:creationId xmlns:p14="http://schemas.microsoft.com/office/powerpoint/2010/main" val="213371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7A08D-1C94-7A61-83FE-AA27095F8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48F63-14DC-DB83-CAC8-9F55E2F539B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01649F0-B920-449F-ED88-42A89D1069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521776-F93E-C4CD-C06B-9DC2AB2C6546}"/>
              </a:ext>
            </a:extLst>
          </p:cNvPr>
          <p:cNvSpPr>
            <a:spLocks noGrp="1"/>
          </p:cNvSpPr>
          <p:nvPr>
            <p:ph type="sldNum" sz="quarter" idx="5"/>
          </p:nvPr>
        </p:nvSpPr>
        <p:spPr/>
        <p:txBody>
          <a:bodyPr/>
          <a:lstStyle/>
          <a:p>
            <a:fld id="{66CB5F3E-9433-4D4B-8703-99BBF0C656F6}" type="slidenum">
              <a:rPr lang="en-GB" smtClean="0"/>
              <a:t>3</a:t>
            </a:fld>
            <a:endParaRPr lang="en-GB"/>
          </a:p>
        </p:txBody>
      </p:sp>
    </p:spTree>
    <p:extLst>
      <p:ext uri="{BB962C8B-B14F-4D97-AF65-F5344CB8AC3E}">
        <p14:creationId xmlns:p14="http://schemas.microsoft.com/office/powerpoint/2010/main" val="2846504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3905A-783A-6386-8AEB-C5D9AE078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29FDF-238A-E2C2-E8FE-45D5B6B4586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2EC1CD7-BD3D-2A76-E9CD-5F3788A099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40E100-B961-86D3-D39A-B6E40AB96F49}"/>
              </a:ext>
            </a:extLst>
          </p:cNvPr>
          <p:cNvSpPr>
            <a:spLocks noGrp="1"/>
          </p:cNvSpPr>
          <p:nvPr>
            <p:ph type="sldNum" sz="quarter" idx="5"/>
          </p:nvPr>
        </p:nvSpPr>
        <p:spPr/>
        <p:txBody>
          <a:bodyPr/>
          <a:lstStyle/>
          <a:p>
            <a:fld id="{66CB5F3E-9433-4D4B-8703-99BBF0C656F6}" type="slidenum">
              <a:rPr lang="en-GB" smtClean="0"/>
              <a:t>4</a:t>
            </a:fld>
            <a:endParaRPr lang="en-GB"/>
          </a:p>
        </p:txBody>
      </p:sp>
    </p:spTree>
    <p:extLst>
      <p:ext uri="{BB962C8B-B14F-4D97-AF65-F5344CB8AC3E}">
        <p14:creationId xmlns:p14="http://schemas.microsoft.com/office/powerpoint/2010/main" val="3760831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2907-D52A-EF1F-676D-D56ECB2A9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A8FEE-700E-CEFE-5306-4F5B5E5640A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B3402C0-ECB0-A91A-9B55-2F4975D10B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777448-10F9-6C2E-ABED-CBE4247A7CE9}"/>
              </a:ext>
            </a:extLst>
          </p:cNvPr>
          <p:cNvSpPr>
            <a:spLocks noGrp="1"/>
          </p:cNvSpPr>
          <p:nvPr>
            <p:ph type="sldNum" sz="quarter" idx="5"/>
          </p:nvPr>
        </p:nvSpPr>
        <p:spPr/>
        <p:txBody>
          <a:bodyPr/>
          <a:lstStyle/>
          <a:p>
            <a:fld id="{66CB5F3E-9433-4D4B-8703-99BBF0C656F6}" type="slidenum">
              <a:rPr lang="en-GB" smtClean="0"/>
              <a:t>5</a:t>
            </a:fld>
            <a:endParaRPr lang="en-GB"/>
          </a:p>
        </p:txBody>
      </p:sp>
    </p:spTree>
    <p:extLst>
      <p:ext uri="{BB962C8B-B14F-4D97-AF65-F5344CB8AC3E}">
        <p14:creationId xmlns:p14="http://schemas.microsoft.com/office/powerpoint/2010/main" val="288160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38D33-56D4-F7AC-1857-D5D4B25D2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F8FC6A-C9DB-9AA2-2C2E-24C273BD8AD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432715D-C069-8332-A651-F509DFBC5A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263F48-CB46-D9C8-C7A6-6E14072B2027}"/>
              </a:ext>
            </a:extLst>
          </p:cNvPr>
          <p:cNvSpPr>
            <a:spLocks noGrp="1"/>
          </p:cNvSpPr>
          <p:nvPr>
            <p:ph type="sldNum" sz="quarter" idx="5"/>
          </p:nvPr>
        </p:nvSpPr>
        <p:spPr/>
        <p:txBody>
          <a:bodyPr/>
          <a:lstStyle/>
          <a:p>
            <a:fld id="{66CB5F3E-9433-4D4B-8703-99BBF0C656F6}" type="slidenum">
              <a:rPr lang="en-GB" smtClean="0"/>
              <a:t>6</a:t>
            </a:fld>
            <a:endParaRPr lang="en-GB"/>
          </a:p>
        </p:txBody>
      </p:sp>
    </p:spTree>
    <p:extLst>
      <p:ext uri="{BB962C8B-B14F-4D97-AF65-F5344CB8AC3E}">
        <p14:creationId xmlns:p14="http://schemas.microsoft.com/office/powerpoint/2010/main" val="1569265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7589-A40A-5904-B4CF-8AC01DB36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F4896-5826-E4D9-69BE-EEA163670A0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B38DE6-3FC9-9664-4352-4E4D32BF12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40ED39-50C7-B5C4-9F51-941FD597686C}"/>
              </a:ext>
            </a:extLst>
          </p:cNvPr>
          <p:cNvSpPr>
            <a:spLocks noGrp="1"/>
          </p:cNvSpPr>
          <p:nvPr>
            <p:ph type="sldNum" sz="quarter" idx="5"/>
          </p:nvPr>
        </p:nvSpPr>
        <p:spPr/>
        <p:txBody>
          <a:bodyPr/>
          <a:lstStyle/>
          <a:p>
            <a:fld id="{66CB5F3E-9433-4D4B-8703-99BBF0C656F6}" type="slidenum">
              <a:rPr lang="en-GB" smtClean="0"/>
              <a:t>7</a:t>
            </a:fld>
            <a:endParaRPr lang="en-GB"/>
          </a:p>
        </p:txBody>
      </p:sp>
    </p:spTree>
    <p:extLst>
      <p:ext uri="{BB962C8B-B14F-4D97-AF65-F5344CB8AC3E}">
        <p14:creationId xmlns:p14="http://schemas.microsoft.com/office/powerpoint/2010/main" val="945998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1FF97-8D89-C269-A7DB-946B02C3F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9582A-EE5E-D738-D33D-D84985FCD36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B6153D-926F-06AC-7286-C00E58CB47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5F15DA-F3AB-BAD6-E415-713B6FF03014}"/>
              </a:ext>
            </a:extLst>
          </p:cNvPr>
          <p:cNvSpPr>
            <a:spLocks noGrp="1"/>
          </p:cNvSpPr>
          <p:nvPr>
            <p:ph type="sldNum" sz="quarter" idx="5"/>
          </p:nvPr>
        </p:nvSpPr>
        <p:spPr/>
        <p:txBody>
          <a:bodyPr/>
          <a:lstStyle/>
          <a:p>
            <a:fld id="{66CB5F3E-9433-4D4B-8703-99BBF0C656F6}" type="slidenum">
              <a:rPr lang="en-GB" smtClean="0"/>
              <a:t>8</a:t>
            </a:fld>
            <a:endParaRPr lang="en-GB"/>
          </a:p>
        </p:txBody>
      </p:sp>
    </p:spTree>
    <p:extLst>
      <p:ext uri="{BB962C8B-B14F-4D97-AF65-F5344CB8AC3E}">
        <p14:creationId xmlns:p14="http://schemas.microsoft.com/office/powerpoint/2010/main" val="396117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798F1-046E-0C1B-9FDF-FCDE9F60A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55700-3DD0-3A92-BF47-0E787050FDC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FBF69AC-E607-6933-2F5D-8984B0F664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5DE35A-CC7D-EFE3-8401-2383CDA95F5B}"/>
              </a:ext>
            </a:extLst>
          </p:cNvPr>
          <p:cNvSpPr>
            <a:spLocks noGrp="1"/>
          </p:cNvSpPr>
          <p:nvPr>
            <p:ph type="sldNum" sz="quarter" idx="5"/>
          </p:nvPr>
        </p:nvSpPr>
        <p:spPr/>
        <p:txBody>
          <a:bodyPr/>
          <a:lstStyle/>
          <a:p>
            <a:fld id="{66CB5F3E-9433-4D4B-8703-99BBF0C656F6}" type="slidenum">
              <a:rPr lang="en-GB" smtClean="0"/>
              <a:t>9</a:t>
            </a:fld>
            <a:endParaRPr lang="en-GB"/>
          </a:p>
        </p:txBody>
      </p:sp>
    </p:spTree>
    <p:extLst>
      <p:ext uri="{BB962C8B-B14F-4D97-AF65-F5344CB8AC3E}">
        <p14:creationId xmlns:p14="http://schemas.microsoft.com/office/powerpoint/2010/main" val="3398655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CB5F3E-9433-4D4B-8703-99BBF0C656F6}" type="slidenum">
              <a:rPr lang="en-GB" smtClean="0"/>
              <a:t>10</a:t>
            </a:fld>
            <a:endParaRPr lang="en-GB"/>
          </a:p>
        </p:txBody>
      </p:sp>
    </p:spTree>
    <p:extLst>
      <p:ext uri="{BB962C8B-B14F-4D97-AF65-F5344CB8AC3E}">
        <p14:creationId xmlns:p14="http://schemas.microsoft.com/office/powerpoint/2010/main" val="3702611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CB5F3E-9433-4D4B-8703-99BBF0C656F6}" type="slidenum">
              <a:rPr lang="en-GB" smtClean="0"/>
              <a:t>11</a:t>
            </a:fld>
            <a:endParaRPr lang="en-GB"/>
          </a:p>
        </p:txBody>
      </p:sp>
    </p:spTree>
    <p:extLst>
      <p:ext uri="{BB962C8B-B14F-4D97-AF65-F5344CB8AC3E}">
        <p14:creationId xmlns:p14="http://schemas.microsoft.com/office/powerpoint/2010/main" val="31639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0F496-B51F-C1F3-F682-02B256BA0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63877-82B5-CBA1-D3B5-08225124DDB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84E94EB-D6C2-E127-988E-56A11CFBA4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384A0F-8B78-C318-BF70-685C708DCD4B}"/>
              </a:ext>
            </a:extLst>
          </p:cNvPr>
          <p:cNvSpPr>
            <a:spLocks noGrp="1"/>
          </p:cNvSpPr>
          <p:nvPr>
            <p:ph type="sldNum" sz="quarter" idx="5"/>
          </p:nvPr>
        </p:nvSpPr>
        <p:spPr/>
        <p:txBody>
          <a:bodyPr/>
          <a:lstStyle/>
          <a:p>
            <a:fld id="{66CB5F3E-9433-4D4B-8703-99BBF0C656F6}" type="slidenum">
              <a:rPr lang="en-GB" smtClean="0"/>
              <a:t>14</a:t>
            </a:fld>
            <a:endParaRPr lang="en-GB"/>
          </a:p>
        </p:txBody>
      </p:sp>
    </p:spTree>
    <p:extLst>
      <p:ext uri="{BB962C8B-B14F-4D97-AF65-F5344CB8AC3E}">
        <p14:creationId xmlns:p14="http://schemas.microsoft.com/office/powerpoint/2010/main" val="284436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C15F-B3C2-533F-6CF3-3223F0CF1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12B85-7D15-F85A-EFE3-CE4B438F8A6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6EE88B9-9D95-E98D-3E25-BA33D89E00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FB535E-4A13-F30B-1EB0-9CB7D056A3DA}"/>
              </a:ext>
            </a:extLst>
          </p:cNvPr>
          <p:cNvSpPr>
            <a:spLocks noGrp="1"/>
          </p:cNvSpPr>
          <p:nvPr>
            <p:ph type="sldNum" sz="quarter" idx="5"/>
          </p:nvPr>
        </p:nvSpPr>
        <p:spPr/>
        <p:txBody>
          <a:bodyPr/>
          <a:lstStyle/>
          <a:p>
            <a:fld id="{66CB5F3E-9433-4D4B-8703-99BBF0C656F6}" type="slidenum">
              <a:rPr lang="en-GB" smtClean="0"/>
              <a:t>15</a:t>
            </a:fld>
            <a:endParaRPr lang="en-GB"/>
          </a:p>
        </p:txBody>
      </p:sp>
    </p:spTree>
    <p:extLst>
      <p:ext uri="{BB962C8B-B14F-4D97-AF65-F5344CB8AC3E}">
        <p14:creationId xmlns:p14="http://schemas.microsoft.com/office/powerpoint/2010/main" val="4074663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A86227-5C0F-81C0-0265-714993E6D983}"/>
              </a:ext>
            </a:extLst>
          </p:cNvPr>
          <p:cNvSpPr>
            <a:spLocks noGrp="1" noRot="1" noMove="1" noResize="1" noEditPoints="1" noAdjustHandles="1" noChangeArrowheads="1" noChangeShapeType="1"/>
          </p:cNvSpPr>
          <p:nvPr userDrawn="1"/>
        </p:nvSpPr>
        <p:spPr>
          <a:xfrm>
            <a:off x="0" y="1394624"/>
            <a:ext cx="12192000" cy="5463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CCE8BEA-E477-9608-B8E8-7158F90D1AC9}"/>
              </a:ext>
            </a:extLst>
          </p:cNvPr>
          <p:cNvSpPr txBox="1">
            <a:spLocks noGrp="1" noRot="1" noMove="1" noResize="1" noEditPoints="1" noAdjustHandles="1" noChangeArrowheads="1" noChangeShapeType="1"/>
          </p:cNvSpPr>
          <p:nvPr userDrawn="1">
            <p:extLst>
              <p:ext uri="{1162E1C5-73C7-4A58-AE30-91384D911F3F}">
                <p184:classification xmlns:p184="http://schemas.microsoft.com/office/powerpoint/2018/4/main" val="hdr"/>
              </p:ext>
            </p:extLst>
          </p:nvPr>
        </p:nvSpPr>
        <p:spPr>
          <a:xfrm>
            <a:off x="5720352" y="6663600"/>
            <a:ext cx="751297" cy="123111"/>
          </a:xfrm>
          <a:prstGeom prst="rect">
            <a:avLst/>
          </a:prstGeom>
        </p:spPr>
        <p:txBody>
          <a:bodyPr horzOverflow="overflow" wrap="square" lIns="0" tIns="0" rIns="0" bIns="0">
            <a:spAutoFit/>
          </a:bodyPr>
          <a:lstStyle/>
          <a:p>
            <a:pPr algn="ctr"/>
            <a:r>
              <a:rPr lang="en-GB" sz="800">
                <a:solidFill>
                  <a:schemeClr val="bg1"/>
                </a:solidFill>
                <a:latin typeface="+mj-lt"/>
                <a:cs typeface="Calibri" panose="020F0502020204030204" pitchFamily="34" charset="0"/>
              </a:rPr>
              <a:t>OFFICIAL</a:t>
            </a:r>
          </a:p>
        </p:txBody>
      </p:sp>
      <p:sp>
        <p:nvSpPr>
          <p:cNvPr id="4" name="Footer Placeholder 4">
            <a:extLst>
              <a:ext uri="{FF2B5EF4-FFF2-40B4-BE49-F238E27FC236}">
                <a16:creationId xmlns:a16="http://schemas.microsoft.com/office/drawing/2014/main" id="{F9BFA732-254E-197F-FB34-83F104CF0D93}"/>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solidFill>
                <a:latin typeface="Arial" panose="020B0604020202020204" pitchFamily="34" charset="0"/>
                <a:ea typeface="+mn-ea"/>
                <a:cs typeface="Arial" panose="020B0604020202020204" pitchFamily="34" charset="0"/>
              </a:defRPr>
            </a:lvl1pPr>
          </a:lstStyle>
          <a:p>
            <a:r>
              <a:rPr lang="en-GB"/>
              <a:t>SENSITIVITY MARKING</a:t>
            </a:r>
          </a:p>
        </p:txBody>
      </p:sp>
      <p:sp>
        <p:nvSpPr>
          <p:cNvPr id="15" name="Text Placeholder 14">
            <a:extLst>
              <a:ext uri="{FF2B5EF4-FFF2-40B4-BE49-F238E27FC236}">
                <a16:creationId xmlns:a16="http://schemas.microsoft.com/office/drawing/2014/main" id="{A24EF032-67A5-383B-A2F6-164155C82D44}"/>
              </a:ext>
            </a:extLst>
          </p:cNvPr>
          <p:cNvSpPr>
            <a:spLocks noGrp="1" noRot="1" noMove="1" noResize="1" noEditPoints="1" noAdjustHandles="1" noChangeArrowheads="1" noChangeShapeType="1"/>
          </p:cNvSpPr>
          <p:nvPr>
            <p:ph type="body" sz="quarter" idx="10" hasCustomPrompt="1"/>
          </p:nvPr>
        </p:nvSpPr>
        <p:spPr>
          <a:xfrm>
            <a:off x="2122636" y="4595631"/>
            <a:ext cx="7946728" cy="332399"/>
          </a:xfrm>
          <a:prstGeom prst="rect">
            <a:avLst/>
          </a:prstGeom>
        </p:spPr>
        <p:txBody>
          <a:bodyPr lIns="0" tIns="0" rIns="0" bIns="0">
            <a:spAutoFit/>
          </a:bodyPr>
          <a:lstStyle>
            <a:lvl1pPr marL="0" indent="0" algn="ctr">
              <a:buNone/>
              <a:defRPr sz="2400" b="0">
                <a:solidFill>
                  <a:schemeClr val="bg1"/>
                </a:solidFill>
                <a:latin typeface="Arial" panose="020B0604020202020204" pitchFamily="34" charset="0"/>
                <a:cs typeface="Arial" panose="020B0604020202020204" pitchFamily="34" charset="0"/>
              </a:defRPr>
            </a:lvl1pPr>
          </a:lstStyle>
          <a:p>
            <a:pPr lvl="0"/>
            <a:r>
              <a:rPr lang="en-US"/>
              <a:t>Team – X Month 2023</a:t>
            </a:r>
          </a:p>
        </p:txBody>
      </p:sp>
      <p:sp>
        <p:nvSpPr>
          <p:cNvPr id="5" name="Title Placeholder 2">
            <a:extLst>
              <a:ext uri="{FF2B5EF4-FFF2-40B4-BE49-F238E27FC236}">
                <a16:creationId xmlns:a16="http://schemas.microsoft.com/office/drawing/2014/main" id="{C5D17A20-EF02-88BA-B0D8-AEC31AF2FA19}"/>
              </a:ext>
            </a:extLst>
          </p:cNvPr>
          <p:cNvSpPr>
            <a:spLocks noGrp="1" noRot="1" noMove="1" noResize="1" noEditPoints="1" noAdjustHandles="1" noChangeArrowheads="1" noChangeShapeType="1"/>
          </p:cNvSpPr>
          <p:nvPr>
            <p:ph type="title" hasCustomPrompt="1"/>
          </p:nvPr>
        </p:nvSpPr>
        <p:spPr>
          <a:xfrm>
            <a:off x="2122636" y="3429000"/>
            <a:ext cx="7946728" cy="914096"/>
          </a:xfrm>
          <a:prstGeom prst="rect">
            <a:avLst/>
          </a:prstGeom>
        </p:spPr>
        <p:txBody>
          <a:bodyPr vert="horz" lIns="0" tIns="0" rIns="0" bIns="0" rtlCol="0" anchor="b" anchorCtr="0">
            <a:spAutoFit/>
          </a:bodyPr>
          <a:lstStyle>
            <a:lvl1pPr algn="ctr">
              <a:defRPr sz="6600">
                <a:solidFill>
                  <a:schemeClr val="bg1"/>
                </a:solidFill>
                <a:latin typeface="Arial" panose="020B0604020202020204" pitchFamily="34" charset="0"/>
                <a:cs typeface="Arial" panose="020B0604020202020204" pitchFamily="34" charset="0"/>
              </a:defRPr>
            </a:lvl1pPr>
          </a:lstStyle>
          <a:p>
            <a:r>
              <a:rPr lang="en-US"/>
              <a:t>Presentation title</a:t>
            </a:r>
            <a:endParaRPr lang="en-GB"/>
          </a:p>
        </p:txBody>
      </p:sp>
    </p:spTree>
    <p:extLst>
      <p:ext uri="{BB962C8B-B14F-4D97-AF65-F5344CB8AC3E}">
        <p14:creationId xmlns:p14="http://schemas.microsoft.com/office/powerpoint/2010/main" val="2885662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slide">
    <p:bg>
      <p:bgPr>
        <a:solidFill>
          <a:srgbClr val="FFFFFF"/>
        </a:solidFill>
        <a:effectLst/>
      </p:bgPr>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BE040D1-633A-C9A9-0918-866B3AA060A8}"/>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4" name="Footer Placeholder 4">
            <a:extLst>
              <a:ext uri="{FF2B5EF4-FFF2-40B4-BE49-F238E27FC236}">
                <a16:creationId xmlns:a16="http://schemas.microsoft.com/office/drawing/2014/main" id="{642BCD2B-968B-89F9-EE6E-2D3E6456F4DD}"/>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6" name="Rectangle 5">
            <a:extLst>
              <a:ext uri="{FF2B5EF4-FFF2-40B4-BE49-F238E27FC236}">
                <a16:creationId xmlns:a16="http://schemas.microsoft.com/office/drawing/2014/main" id="{94731024-AFF6-56D4-C26A-8047B50A42FF}"/>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8">
            <a:extLst>
              <a:ext uri="{FF2B5EF4-FFF2-40B4-BE49-F238E27FC236}">
                <a16:creationId xmlns:a16="http://schemas.microsoft.com/office/drawing/2014/main" id="{C156E772-C6F9-9BBD-6DFC-3AD17BFFA155}"/>
              </a:ext>
            </a:extLst>
          </p:cNvPr>
          <p:cNvSpPr>
            <a:spLocks noGrp="1" noRot="1" noMove="1" noResize="1" noEditPoints="1" noAdjustHandles="1" noChangeArrowheads="1" noChangeShapeType="1"/>
          </p:cNvSpPr>
          <p:nvPr>
            <p:ph type="body" sz="quarter" idx="13"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Insert purpose of this slide pack </a:t>
            </a:r>
          </a:p>
        </p:txBody>
      </p:sp>
      <p:sp>
        <p:nvSpPr>
          <p:cNvPr id="7" name="Title Placeholder 2">
            <a:extLst>
              <a:ext uri="{FF2B5EF4-FFF2-40B4-BE49-F238E27FC236}">
                <a16:creationId xmlns:a16="http://schemas.microsoft.com/office/drawing/2014/main" id="{C3738235-D9CB-90F0-F068-84EC4DA07FB4}"/>
              </a:ext>
            </a:extLst>
          </p:cNvPr>
          <p:cNvSpPr>
            <a:spLocks noGrp="1" noRot="1" noMove="1" noResize="1" noEditPoints="1" noAdjustHandles="1" noChangeArrowheads="1" noChangeShapeType="1"/>
          </p:cNvSpPr>
          <p:nvPr>
            <p:ph type="title" hasCustomPrompt="1"/>
          </p:nvPr>
        </p:nvSpPr>
        <p:spPr>
          <a:xfrm>
            <a:off x="4105656" y="504000"/>
            <a:ext cx="7618405"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Introduction</a:t>
            </a:r>
            <a:endParaRPr lang="en-GB"/>
          </a:p>
        </p:txBody>
      </p:sp>
    </p:spTree>
    <p:extLst>
      <p:ext uri="{BB962C8B-B14F-4D97-AF65-F5344CB8AC3E}">
        <p14:creationId xmlns:p14="http://schemas.microsoft.com/office/powerpoint/2010/main" val="964300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xample introduction and contents slide">
    <p:bg>
      <p:bgPr>
        <a:solidFill>
          <a:srgbClr val="FFFFFF"/>
        </a:solidFill>
        <a:effectLst/>
      </p:bgPr>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BE040D1-633A-C9A9-0918-866B3AA060A8}"/>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4" name="Footer Placeholder 4">
            <a:extLst>
              <a:ext uri="{FF2B5EF4-FFF2-40B4-BE49-F238E27FC236}">
                <a16:creationId xmlns:a16="http://schemas.microsoft.com/office/drawing/2014/main" id="{642BCD2B-968B-89F9-EE6E-2D3E6456F4DD}"/>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27" name="Text Placeholder 7">
            <a:extLst>
              <a:ext uri="{FF2B5EF4-FFF2-40B4-BE49-F238E27FC236}">
                <a16:creationId xmlns:a16="http://schemas.microsoft.com/office/drawing/2014/main" id="{888B257E-221F-C7E4-8377-2FFFAA4DD003}"/>
              </a:ext>
            </a:extLst>
          </p:cNvPr>
          <p:cNvSpPr>
            <a:spLocks noGrp="1"/>
          </p:cNvSpPr>
          <p:nvPr>
            <p:ph type="body" sz="quarter" idx="24"/>
          </p:nvPr>
        </p:nvSpPr>
        <p:spPr>
          <a:xfrm>
            <a:off x="5243332" y="4716495"/>
            <a:ext cx="5988265" cy="1051200"/>
          </a:xfrm>
          <a:prstGeom prst="rect">
            <a:avLst/>
          </a:prstGeom>
          <a:solidFill>
            <a:schemeClr val="bg2">
              <a:lumMod val="20000"/>
              <a:lumOff val="80000"/>
            </a:schemeClr>
          </a:solidFill>
        </p:spPr>
        <p:txBody>
          <a:bodyPr wrap="square" lIns="72000" tIns="0" rIns="0" bIns="0" anchor="ctr" anchorCtr="0">
            <a:noAutofit/>
          </a:bodyPr>
          <a:lstStyle>
            <a:lvl1pPr marL="0" indent="0" algn="ctr">
              <a:lnSpc>
                <a:spcPct val="100000"/>
              </a:lnSpc>
              <a:spcBef>
                <a:spcPts val="0"/>
              </a:spcBef>
              <a:spcAft>
                <a:spcPts val="800"/>
              </a:spcAft>
              <a:buNone/>
              <a:defRPr lang="en-US" sz="1400" kern="1200" dirty="0">
                <a:solidFill>
                  <a:schemeClr val="tx1"/>
                </a:solidFill>
                <a:latin typeface="+mn-lt"/>
                <a:ea typeface="+mn-ea"/>
                <a:cs typeface="+mn-cs"/>
              </a:defRPr>
            </a:lvl1pPr>
          </a:lstStyle>
          <a:p>
            <a:pPr lvl="0"/>
            <a:r>
              <a:rPr lang="en-GB"/>
              <a:t>Click to edit Master text styles</a:t>
            </a:r>
          </a:p>
        </p:txBody>
      </p:sp>
      <p:sp>
        <p:nvSpPr>
          <p:cNvPr id="30" name="Text Placeholder 8">
            <a:extLst>
              <a:ext uri="{FF2B5EF4-FFF2-40B4-BE49-F238E27FC236}">
                <a16:creationId xmlns:a16="http://schemas.microsoft.com/office/drawing/2014/main" id="{E3D03C26-BDAD-233F-6E47-52C4A9DC2F54}"/>
              </a:ext>
            </a:extLst>
          </p:cNvPr>
          <p:cNvSpPr>
            <a:spLocks noGrp="1"/>
          </p:cNvSpPr>
          <p:nvPr>
            <p:ph type="body" sz="quarter" idx="26" hasCustomPrompt="1"/>
          </p:nvPr>
        </p:nvSpPr>
        <p:spPr>
          <a:xfrm>
            <a:off x="2953708" y="4716997"/>
            <a:ext cx="2466000" cy="1050196"/>
          </a:xfrm>
          <a:prstGeom prst="roundRect">
            <a:avLst/>
          </a:prstGeom>
          <a:solidFill>
            <a:schemeClr val="bg1"/>
          </a:solidFill>
          <a:ln w="28575">
            <a:solidFill>
              <a:schemeClr val="tx2"/>
            </a:solidFill>
          </a:ln>
        </p:spPr>
        <p:txBody>
          <a:bodyPr wrap="square" lIns="0" tIns="0" rIns="0" bIns="0" anchor="ctr" anchorCtr="0">
            <a:noAutofit/>
          </a:bodyPr>
          <a:lstStyle>
            <a:lvl1pPr marL="0" indent="0" algn="ctr">
              <a:buNone/>
              <a:defRPr lang="en-US" sz="1600" b="1" i="0" kern="1200" dirty="0">
                <a:solidFill>
                  <a:schemeClr val="tx1"/>
                </a:solidFill>
                <a:latin typeface="Arial" panose="020B0604020202020204" pitchFamily="34" charset="0"/>
                <a:ea typeface="+mn-ea"/>
                <a:cs typeface="Arial" panose="020B0604020202020204" pitchFamily="34" charset="0"/>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a:t>
            </a:r>
            <a:r>
              <a:rPr lang="en-GB" err="1"/>
              <a:t>secion</a:t>
            </a:r>
            <a:r>
              <a:rPr lang="en-GB"/>
              <a:t> heading</a:t>
            </a:r>
            <a:endParaRPr lang="en-US"/>
          </a:p>
        </p:txBody>
      </p:sp>
      <p:sp>
        <p:nvSpPr>
          <p:cNvPr id="29" name="Text Placeholder 7">
            <a:extLst>
              <a:ext uri="{FF2B5EF4-FFF2-40B4-BE49-F238E27FC236}">
                <a16:creationId xmlns:a16="http://schemas.microsoft.com/office/drawing/2014/main" id="{366B3FBE-753B-F4BF-482C-F5ADAB07EE7D}"/>
              </a:ext>
            </a:extLst>
          </p:cNvPr>
          <p:cNvSpPr>
            <a:spLocks noGrp="1"/>
          </p:cNvSpPr>
          <p:nvPr>
            <p:ph type="body" sz="quarter" idx="25" hasCustomPrompt="1"/>
          </p:nvPr>
        </p:nvSpPr>
        <p:spPr>
          <a:xfrm>
            <a:off x="1337115" y="4716997"/>
            <a:ext cx="1346400" cy="1050196"/>
          </a:xfrm>
          <a:prstGeom prst="roundRect">
            <a:avLst/>
          </a:prstGeom>
          <a:solidFill>
            <a:schemeClr val="tx2"/>
          </a:solidFill>
        </p:spPr>
        <p:txBody>
          <a:bodyPr wrap="square" lIns="0" tIns="0" rIns="0" bIns="0" anchor="ctr" anchorCtr="0">
            <a:noAutofit/>
          </a:bodyPr>
          <a:lstStyle>
            <a:lvl1pPr marL="0" indent="0" algn="ctr">
              <a:buNone/>
              <a:defRPr lang="en-US" sz="1600" b="1" i="0" kern="1200" dirty="0">
                <a:solidFill>
                  <a:schemeClr val="lt1"/>
                </a:solidFill>
                <a:latin typeface="Arial" panose="020B0604020202020204" pitchFamily="34" charset="0"/>
                <a:ea typeface="+mn-ea"/>
                <a:cs typeface="Arial" panose="020B0604020202020204" pitchFamily="34" charset="0"/>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Part No.</a:t>
            </a:r>
            <a:endParaRPr lang="en-US"/>
          </a:p>
        </p:txBody>
      </p:sp>
      <p:sp>
        <p:nvSpPr>
          <p:cNvPr id="23" name="Text Placeholder 6">
            <a:extLst>
              <a:ext uri="{FF2B5EF4-FFF2-40B4-BE49-F238E27FC236}">
                <a16:creationId xmlns:a16="http://schemas.microsoft.com/office/drawing/2014/main" id="{D1E4DE86-D338-B2CF-6889-F27AF587367A}"/>
              </a:ext>
            </a:extLst>
          </p:cNvPr>
          <p:cNvSpPr>
            <a:spLocks noGrp="1"/>
          </p:cNvSpPr>
          <p:nvPr>
            <p:ph type="body" sz="quarter" idx="21"/>
          </p:nvPr>
        </p:nvSpPr>
        <p:spPr>
          <a:xfrm>
            <a:off x="5243332" y="3339108"/>
            <a:ext cx="5988265" cy="1051200"/>
          </a:xfrm>
          <a:prstGeom prst="rect">
            <a:avLst/>
          </a:prstGeom>
          <a:solidFill>
            <a:schemeClr val="bg2">
              <a:lumMod val="20000"/>
              <a:lumOff val="80000"/>
            </a:schemeClr>
          </a:solidFill>
        </p:spPr>
        <p:txBody>
          <a:bodyPr wrap="square" lIns="72000" tIns="0" rIns="0" bIns="0" anchor="ctr" anchorCtr="0">
            <a:noAutofit/>
          </a:bodyPr>
          <a:lstStyle>
            <a:lvl1pPr marL="0" indent="0" algn="ctr">
              <a:lnSpc>
                <a:spcPct val="100000"/>
              </a:lnSpc>
              <a:spcBef>
                <a:spcPts val="0"/>
              </a:spcBef>
              <a:spcAft>
                <a:spcPts val="800"/>
              </a:spcAft>
              <a:buNone/>
              <a:defRPr lang="en-US" sz="1400" kern="1200" dirty="0">
                <a:solidFill>
                  <a:schemeClr val="tx1"/>
                </a:solidFill>
                <a:latin typeface="+mn-lt"/>
                <a:ea typeface="+mn-ea"/>
                <a:cs typeface="+mn-cs"/>
              </a:defRPr>
            </a:lvl1pPr>
          </a:lstStyle>
          <a:p>
            <a:pPr lvl="0"/>
            <a:r>
              <a:rPr lang="en-GB"/>
              <a:t>Click to edit Master text styles</a:t>
            </a:r>
          </a:p>
        </p:txBody>
      </p:sp>
      <p:sp>
        <p:nvSpPr>
          <p:cNvPr id="26" name="Text Placeholder 5">
            <a:extLst>
              <a:ext uri="{FF2B5EF4-FFF2-40B4-BE49-F238E27FC236}">
                <a16:creationId xmlns:a16="http://schemas.microsoft.com/office/drawing/2014/main" id="{3A29D465-4204-0B59-6152-9B9A0EE1857E}"/>
              </a:ext>
            </a:extLst>
          </p:cNvPr>
          <p:cNvSpPr>
            <a:spLocks noGrp="1"/>
          </p:cNvSpPr>
          <p:nvPr>
            <p:ph type="body" sz="quarter" idx="23" hasCustomPrompt="1"/>
          </p:nvPr>
        </p:nvSpPr>
        <p:spPr>
          <a:xfrm>
            <a:off x="2953708" y="3339610"/>
            <a:ext cx="2466000" cy="1050196"/>
          </a:xfrm>
          <a:prstGeom prst="roundRect">
            <a:avLst/>
          </a:prstGeom>
          <a:solidFill>
            <a:schemeClr val="bg1"/>
          </a:solidFill>
          <a:ln w="28575">
            <a:solidFill>
              <a:schemeClr val="tx2"/>
            </a:solidFill>
          </a:ln>
        </p:spPr>
        <p:txBody>
          <a:bodyPr wrap="square" lIns="0" tIns="0" rIns="0" bIns="0" anchor="ctr" anchorCtr="0">
            <a:noAutofit/>
          </a:bodyPr>
          <a:lstStyle>
            <a:lvl1pPr marL="0" indent="0" algn="ctr">
              <a:buNone/>
              <a:defRPr lang="en-US" sz="1600" b="1" i="0" kern="1200" dirty="0">
                <a:solidFill>
                  <a:schemeClr val="tx1"/>
                </a:solidFill>
                <a:latin typeface="Arial" panose="020B0604020202020204" pitchFamily="34" charset="0"/>
                <a:ea typeface="+mn-ea"/>
                <a:cs typeface="Arial" panose="020B0604020202020204" pitchFamily="34" charset="0"/>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a:t>
            </a:r>
            <a:r>
              <a:rPr lang="en-GB" err="1"/>
              <a:t>secion</a:t>
            </a:r>
            <a:r>
              <a:rPr lang="en-GB"/>
              <a:t> heading</a:t>
            </a:r>
            <a:endParaRPr lang="en-US"/>
          </a:p>
        </p:txBody>
      </p:sp>
      <p:sp>
        <p:nvSpPr>
          <p:cNvPr id="25" name="Text Placeholder 4">
            <a:extLst>
              <a:ext uri="{FF2B5EF4-FFF2-40B4-BE49-F238E27FC236}">
                <a16:creationId xmlns:a16="http://schemas.microsoft.com/office/drawing/2014/main" id="{1A551F4B-755B-AEAC-9FC8-30FF456B009A}"/>
              </a:ext>
            </a:extLst>
          </p:cNvPr>
          <p:cNvSpPr>
            <a:spLocks noGrp="1"/>
          </p:cNvSpPr>
          <p:nvPr>
            <p:ph type="body" sz="quarter" idx="22" hasCustomPrompt="1"/>
          </p:nvPr>
        </p:nvSpPr>
        <p:spPr>
          <a:xfrm>
            <a:off x="1337115" y="3339610"/>
            <a:ext cx="1346400" cy="1050196"/>
          </a:xfrm>
          <a:prstGeom prst="roundRect">
            <a:avLst/>
          </a:prstGeom>
          <a:solidFill>
            <a:schemeClr val="tx2"/>
          </a:solidFill>
        </p:spPr>
        <p:txBody>
          <a:bodyPr wrap="square" lIns="0" tIns="0" rIns="0" bIns="0" anchor="ctr" anchorCtr="0">
            <a:noAutofit/>
          </a:bodyPr>
          <a:lstStyle>
            <a:lvl1pPr marL="0" indent="0" algn="ctr">
              <a:buNone/>
              <a:defRPr lang="en-US" sz="1600" b="1" i="0" kern="1200" dirty="0">
                <a:solidFill>
                  <a:schemeClr val="lt1"/>
                </a:solidFill>
                <a:latin typeface="Arial" panose="020B0604020202020204" pitchFamily="34" charset="0"/>
                <a:ea typeface="+mn-ea"/>
                <a:cs typeface="Arial" panose="020B0604020202020204" pitchFamily="34" charset="0"/>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Part No.</a:t>
            </a:r>
            <a:endParaRPr lang="en-US"/>
          </a:p>
        </p:txBody>
      </p:sp>
      <p:sp>
        <p:nvSpPr>
          <p:cNvPr id="18" name="Text Placeholder 3">
            <a:extLst>
              <a:ext uri="{FF2B5EF4-FFF2-40B4-BE49-F238E27FC236}">
                <a16:creationId xmlns:a16="http://schemas.microsoft.com/office/drawing/2014/main" id="{077C276A-D67C-742F-A2B7-5D007EA59BD1}"/>
              </a:ext>
            </a:extLst>
          </p:cNvPr>
          <p:cNvSpPr>
            <a:spLocks noGrp="1"/>
          </p:cNvSpPr>
          <p:nvPr>
            <p:ph type="body" sz="quarter" idx="14"/>
          </p:nvPr>
        </p:nvSpPr>
        <p:spPr>
          <a:xfrm>
            <a:off x="5243332" y="1950146"/>
            <a:ext cx="5988265" cy="1051200"/>
          </a:xfrm>
          <a:prstGeom prst="rect">
            <a:avLst/>
          </a:prstGeom>
          <a:solidFill>
            <a:schemeClr val="bg2">
              <a:lumMod val="20000"/>
              <a:lumOff val="80000"/>
            </a:schemeClr>
          </a:solidFill>
        </p:spPr>
        <p:txBody>
          <a:bodyPr wrap="square" lIns="72000" tIns="0" rIns="0" bIns="0" anchor="ctr" anchorCtr="0">
            <a:noAutofit/>
          </a:bodyPr>
          <a:lstStyle>
            <a:lvl1pPr marL="0" indent="0" algn="ctr">
              <a:lnSpc>
                <a:spcPct val="100000"/>
              </a:lnSpc>
              <a:spcBef>
                <a:spcPts val="0"/>
              </a:spcBef>
              <a:spcAft>
                <a:spcPts val="800"/>
              </a:spcAft>
              <a:buNone/>
              <a:defRPr lang="en-US" sz="1400" kern="1200" dirty="0">
                <a:solidFill>
                  <a:schemeClr val="tx1"/>
                </a:solidFill>
                <a:latin typeface="+mn-lt"/>
                <a:ea typeface="+mn-ea"/>
                <a:cs typeface="+mn-cs"/>
              </a:defRPr>
            </a:lvl1pPr>
          </a:lstStyle>
          <a:p>
            <a:pPr lvl="0"/>
            <a:r>
              <a:rPr lang="en-GB"/>
              <a:t>Click to edit Master text styles</a:t>
            </a:r>
          </a:p>
        </p:txBody>
      </p:sp>
      <p:sp>
        <p:nvSpPr>
          <p:cNvPr id="17" name="Text Placeholder 2">
            <a:extLst>
              <a:ext uri="{FF2B5EF4-FFF2-40B4-BE49-F238E27FC236}">
                <a16:creationId xmlns:a16="http://schemas.microsoft.com/office/drawing/2014/main" id="{4ABE0792-97BC-2357-08BF-2774805C38ED}"/>
              </a:ext>
            </a:extLst>
          </p:cNvPr>
          <p:cNvSpPr>
            <a:spLocks noGrp="1"/>
          </p:cNvSpPr>
          <p:nvPr>
            <p:ph type="body" sz="quarter" idx="20" hasCustomPrompt="1"/>
          </p:nvPr>
        </p:nvSpPr>
        <p:spPr>
          <a:xfrm>
            <a:off x="2953708" y="1950648"/>
            <a:ext cx="2466000" cy="1050196"/>
          </a:xfrm>
          <a:prstGeom prst="roundRect">
            <a:avLst/>
          </a:prstGeom>
          <a:solidFill>
            <a:schemeClr val="bg1"/>
          </a:solidFill>
          <a:ln w="28575">
            <a:solidFill>
              <a:schemeClr val="tx2"/>
            </a:solidFill>
          </a:ln>
        </p:spPr>
        <p:txBody>
          <a:bodyPr wrap="square" lIns="0" tIns="0" rIns="0" bIns="0" anchor="ctr" anchorCtr="0">
            <a:noAutofit/>
          </a:bodyPr>
          <a:lstStyle>
            <a:lvl1pPr marL="0" indent="0" algn="ctr">
              <a:buNone/>
              <a:defRPr lang="en-US" sz="1600" b="1" i="0" kern="1200" dirty="0">
                <a:solidFill>
                  <a:schemeClr val="tx1"/>
                </a:solidFill>
                <a:latin typeface="Arial" panose="020B0604020202020204" pitchFamily="34" charset="0"/>
                <a:ea typeface="+mn-ea"/>
                <a:cs typeface="Arial" panose="020B0604020202020204" pitchFamily="34" charset="0"/>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a:t>
            </a:r>
            <a:r>
              <a:rPr lang="en-GB" err="1"/>
              <a:t>secion</a:t>
            </a:r>
            <a:r>
              <a:rPr lang="en-GB"/>
              <a:t> heading</a:t>
            </a:r>
            <a:endParaRPr lang="en-US"/>
          </a:p>
        </p:txBody>
      </p:sp>
      <p:sp>
        <p:nvSpPr>
          <p:cNvPr id="2" name="Text Placeholder 1">
            <a:extLst>
              <a:ext uri="{FF2B5EF4-FFF2-40B4-BE49-F238E27FC236}">
                <a16:creationId xmlns:a16="http://schemas.microsoft.com/office/drawing/2014/main" id="{638F259D-179D-20A7-83BD-C20522D6451A}"/>
              </a:ext>
            </a:extLst>
          </p:cNvPr>
          <p:cNvSpPr>
            <a:spLocks noGrp="1"/>
          </p:cNvSpPr>
          <p:nvPr>
            <p:ph type="body" sz="quarter" idx="19" hasCustomPrompt="1"/>
          </p:nvPr>
        </p:nvSpPr>
        <p:spPr>
          <a:xfrm>
            <a:off x="1337115" y="1950648"/>
            <a:ext cx="1346400" cy="1050196"/>
          </a:xfrm>
          <a:prstGeom prst="roundRect">
            <a:avLst/>
          </a:prstGeom>
          <a:solidFill>
            <a:schemeClr val="tx2"/>
          </a:solidFill>
        </p:spPr>
        <p:txBody>
          <a:bodyPr wrap="square" lIns="0" tIns="0" rIns="0" bIns="0" anchor="ctr" anchorCtr="0">
            <a:noAutofit/>
          </a:bodyPr>
          <a:lstStyle>
            <a:lvl1pPr marL="0" indent="0" algn="ctr">
              <a:buNone/>
              <a:defRPr lang="en-US" sz="1600" b="1" i="0" kern="1200" dirty="0">
                <a:solidFill>
                  <a:schemeClr val="lt1"/>
                </a:solidFill>
                <a:latin typeface="Arial" panose="020B0604020202020204" pitchFamily="34" charset="0"/>
                <a:ea typeface="+mn-ea"/>
                <a:cs typeface="Arial" panose="020B0604020202020204" pitchFamily="34" charset="0"/>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Part No.</a:t>
            </a:r>
            <a:endParaRPr lang="en-US"/>
          </a:p>
        </p:txBody>
      </p:sp>
      <p:sp>
        <p:nvSpPr>
          <p:cNvPr id="6" name="Rectangle 5">
            <a:extLst>
              <a:ext uri="{FF2B5EF4-FFF2-40B4-BE49-F238E27FC236}">
                <a16:creationId xmlns:a16="http://schemas.microsoft.com/office/drawing/2014/main" id="{94731024-AFF6-56D4-C26A-8047B50A42FF}"/>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8">
            <a:extLst>
              <a:ext uri="{FF2B5EF4-FFF2-40B4-BE49-F238E27FC236}">
                <a16:creationId xmlns:a16="http://schemas.microsoft.com/office/drawing/2014/main" id="{C156E772-C6F9-9BBD-6DFC-3AD17BFFA155}"/>
              </a:ext>
            </a:extLst>
          </p:cNvPr>
          <p:cNvSpPr>
            <a:spLocks noGrp="1" noRot="1" noMove="1" noResize="1" noEditPoints="1" noAdjustHandles="1" noChangeArrowheads="1" noChangeShapeType="1"/>
          </p:cNvSpPr>
          <p:nvPr>
            <p:ph type="body" sz="quarter" idx="13"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Insert purpose of this slide pack </a:t>
            </a:r>
          </a:p>
        </p:txBody>
      </p:sp>
      <p:sp>
        <p:nvSpPr>
          <p:cNvPr id="7" name="Title Placeholder 2">
            <a:extLst>
              <a:ext uri="{FF2B5EF4-FFF2-40B4-BE49-F238E27FC236}">
                <a16:creationId xmlns:a16="http://schemas.microsoft.com/office/drawing/2014/main" id="{C3738235-D9CB-90F0-F068-84EC4DA07FB4}"/>
              </a:ext>
            </a:extLst>
          </p:cNvPr>
          <p:cNvSpPr>
            <a:spLocks noGrp="1" noRot="1" noMove="1" noResize="1" noEditPoints="1" noAdjustHandles="1" noChangeArrowheads="1" noChangeShapeType="1"/>
          </p:cNvSpPr>
          <p:nvPr>
            <p:ph type="title" hasCustomPrompt="1"/>
          </p:nvPr>
        </p:nvSpPr>
        <p:spPr>
          <a:xfrm>
            <a:off x="4105656" y="504000"/>
            <a:ext cx="7618405"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Introduction</a:t>
            </a:r>
            <a:endParaRPr lang="en-GB"/>
          </a:p>
        </p:txBody>
      </p:sp>
    </p:spTree>
    <p:extLst>
      <p:ext uri="{BB962C8B-B14F-4D97-AF65-F5344CB8AC3E}">
        <p14:creationId xmlns:p14="http://schemas.microsoft.com/office/powerpoint/2010/main" val="503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08012246-FEAD-2736-1E40-E7FB72DB0613}"/>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9" name="Footer Placeholder 4">
            <a:extLst>
              <a:ext uri="{FF2B5EF4-FFF2-40B4-BE49-F238E27FC236}">
                <a16:creationId xmlns:a16="http://schemas.microsoft.com/office/drawing/2014/main" id="{5D01E8D3-6CDB-79F9-ECFF-3651A3086E98}"/>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5" name="Rectangle 4">
            <a:extLst>
              <a:ext uri="{FF2B5EF4-FFF2-40B4-BE49-F238E27FC236}">
                <a16:creationId xmlns:a16="http://schemas.microsoft.com/office/drawing/2014/main" id="{51E4AB27-3E1D-9704-CD93-9526F2836F93}"/>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8">
            <a:extLst>
              <a:ext uri="{FF2B5EF4-FFF2-40B4-BE49-F238E27FC236}">
                <a16:creationId xmlns:a16="http://schemas.microsoft.com/office/drawing/2014/main" id="{D52D4B64-9D8F-D594-4FDD-E602F723521C}"/>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6" name="Title Placeholder 2">
            <a:extLst>
              <a:ext uri="{FF2B5EF4-FFF2-40B4-BE49-F238E27FC236}">
                <a16:creationId xmlns:a16="http://schemas.microsoft.com/office/drawing/2014/main" id="{4CDB539E-2F3F-2A61-7B92-04E022F3E1FB}"/>
              </a:ext>
            </a:extLst>
          </p:cNvPr>
          <p:cNvSpPr>
            <a:spLocks noGrp="1" noRot="1" noMove="1" noResize="1" noEditPoints="1" noAdjustHandles="1" noChangeArrowheads="1" noChangeShapeType="1"/>
          </p:cNvSpPr>
          <p:nvPr>
            <p:ph type="title" hasCustomPrompt="1"/>
          </p:nvPr>
        </p:nvSpPr>
        <p:spPr>
          <a:xfrm>
            <a:off x="4114800" y="504000"/>
            <a:ext cx="7609261"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1142916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xample of chart and tex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08012246-FEAD-2736-1E40-E7FB72DB0613}"/>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9" name="Footer Placeholder 4">
            <a:extLst>
              <a:ext uri="{FF2B5EF4-FFF2-40B4-BE49-F238E27FC236}">
                <a16:creationId xmlns:a16="http://schemas.microsoft.com/office/drawing/2014/main" id="{5D01E8D3-6CDB-79F9-ECFF-3651A3086E98}"/>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12" name="Text Placeholder 11">
            <a:extLst>
              <a:ext uri="{FF2B5EF4-FFF2-40B4-BE49-F238E27FC236}">
                <a16:creationId xmlns:a16="http://schemas.microsoft.com/office/drawing/2014/main" id="{15EC0B2B-C87B-0C51-9F6B-F7FFE8E2787B}"/>
              </a:ext>
            </a:extLst>
          </p:cNvPr>
          <p:cNvSpPr>
            <a:spLocks noGrp="1"/>
          </p:cNvSpPr>
          <p:nvPr>
            <p:ph type="body" sz="quarter" idx="19"/>
          </p:nvPr>
        </p:nvSpPr>
        <p:spPr>
          <a:xfrm>
            <a:off x="6631911" y="1992578"/>
            <a:ext cx="4872312" cy="646331"/>
          </a:xfrm>
          <a:prstGeom prst="rect">
            <a:avLst/>
          </a:prstGeom>
        </p:spPr>
        <p:txBody>
          <a:bodyPr lIns="0" tIns="0" rIns="0" bIns="0">
            <a:spAutoFit/>
          </a:bodyPr>
          <a:lstStyle>
            <a:lvl1pPr marL="0" indent="0">
              <a:lnSpc>
                <a:spcPct val="100000"/>
              </a:lnSpc>
              <a:spcBef>
                <a:spcPts val="0"/>
              </a:spcBef>
              <a:spcAft>
                <a:spcPts val="1200"/>
              </a:spcAft>
              <a:buNone/>
              <a:defRPr lang="en-GB" sz="1600" b="1" i="0" kern="1200" dirty="0" smtClean="0">
                <a:solidFill>
                  <a:schemeClr val="tx2"/>
                </a:solidFill>
                <a:latin typeface="Arial" panose="020B0604020202020204" pitchFamily="34" charset="0"/>
                <a:ea typeface="+mn-ea"/>
                <a:cs typeface="Arial" panose="020B0604020202020204" pitchFamily="34" charset="0"/>
              </a:defRPr>
            </a:lvl1pPr>
            <a:lvl2pPr marL="284400" indent="-284400">
              <a:lnSpc>
                <a:spcPct val="100000"/>
              </a:lnSpc>
              <a:spcBef>
                <a:spcPts val="0"/>
              </a:spcBef>
              <a:spcAft>
                <a:spcPts val="1200"/>
              </a:spcAft>
              <a:defRPr lang="en-US" sz="1600" kern="1200" dirty="0">
                <a:solidFill>
                  <a:schemeClr val="tx1"/>
                </a:solidFill>
                <a:latin typeface="+mn-lt"/>
                <a:ea typeface="+mn-ea"/>
                <a:cs typeface="+mn-cs"/>
              </a:defRPr>
            </a:lvl2pPr>
          </a:lstStyle>
          <a:p>
            <a:pPr lvl="0"/>
            <a:r>
              <a:rPr lang="en-GB"/>
              <a:t>Click to edit Master text styles</a:t>
            </a:r>
          </a:p>
          <a:p>
            <a:pPr lvl="1"/>
            <a:r>
              <a:rPr lang="en-GB"/>
              <a:t>Second level</a:t>
            </a:r>
            <a:endParaRPr lang="en-US"/>
          </a:p>
        </p:txBody>
      </p:sp>
      <p:cxnSp>
        <p:nvCxnSpPr>
          <p:cNvPr id="4" name="Straight Connector 3">
            <a:extLst>
              <a:ext uri="{FF2B5EF4-FFF2-40B4-BE49-F238E27FC236}">
                <a16:creationId xmlns:a16="http://schemas.microsoft.com/office/drawing/2014/main" id="{754B0265-450F-C335-6CC4-7D2948E79630}"/>
              </a:ext>
            </a:extLst>
          </p:cNvPr>
          <p:cNvCxnSpPr>
            <a:cxnSpLocks noGrp="1" noRot="1" noMove="1" noResize="1" noEditPoints="1" noAdjustHandles="1" noChangeArrowheads="1" noChangeShapeType="1"/>
          </p:cNvCxnSpPr>
          <p:nvPr userDrawn="1"/>
        </p:nvCxnSpPr>
        <p:spPr>
          <a:xfrm>
            <a:off x="6096000" y="1842247"/>
            <a:ext cx="0" cy="4521795"/>
          </a:xfrm>
          <a:prstGeom prst="line">
            <a:avLst/>
          </a:prstGeom>
          <a:ln>
            <a:solidFill>
              <a:schemeClr val="tx2"/>
            </a:solidFill>
          </a:ln>
        </p:spPr>
        <p:style>
          <a:lnRef idx="3">
            <a:schemeClr val="dk1"/>
          </a:lnRef>
          <a:fillRef idx="0">
            <a:schemeClr val="dk1"/>
          </a:fillRef>
          <a:effectRef idx="2">
            <a:schemeClr val="dk1"/>
          </a:effectRef>
          <a:fontRef idx="minor">
            <a:schemeClr val="tx1"/>
          </a:fontRef>
        </p:style>
      </p:cxnSp>
      <p:sp>
        <p:nvSpPr>
          <p:cNvPr id="14" name="Chart Placeholder 13">
            <a:extLst>
              <a:ext uri="{FF2B5EF4-FFF2-40B4-BE49-F238E27FC236}">
                <a16:creationId xmlns:a16="http://schemas.microsoft.com/office/drawing/2014/main" id="{07AA62B4-5C1B-8BFC-B491-36C0674777AF}"/>
              </a:ext>
            </a:extLst>
          </p:cNvPr>
          <p:cNvSpPr>
            <a:spLocks noGrp="1"/>
          </p:cNvSpPr>
          <p:nvPr>
            <p:ph type="chart" sz="quarter" idx="20"/>
          </p:nvPr>
        </p:nvSpPr>
        <p:spPr>
          <a:xfrm>
            <a:off x="360000" y="1836498"/>
            <a:ext cx="5374800" cy="4517502"/>
          </a:xfrm>
          <a:prstGeom prst="rect">
            <a:avLst/>
          </a:prstGeom>
        </p:spPr>
        <p:txBody>
          <a:bodyPr lIns="0" tIns="0" rIns="0" bIns="0" anchor="ctr" anchorCtr="0"/>
          <a:lstStyle>
            <a:lvl1pPr marL="0" indent="0" algn="ctr">
              <a:buNone/>
              <a:defRPr sz="1200">
                <a:solidFill>
                  <a:schemeClr val="accent5"/>
                </a:solidFill>
              </a:defRPr>
            </a:lvl1pPr>
          </a:lstStyle>
          <a:p>
            <a:endParaRPr lang="en-US"/>
          </a:p>
        </p:txBody>
      </p:sp>
      <p:sp>
        <p:nvSpPr>
          <p:cNvPr id="5" name="Rectangle 4">
            <a:extLst>
              <a:ext uri="{FF2B5EF4-FFF2-40B4-BE49-F238E27FC236}">
                <a16:creationId xmlns:a16="http://schemas.microsoft.com/office/drawing/2014/main" id="{51E4AB27-3E1D-9704-CD93-9526F2836F93}"/>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8">
            <a:extLst>
              <a:ext uri="{FF2B5EF4-FFF2-40B4-BE49-F238E27FC236}">
                <a16:creationId xmlns:a16="http://schemas.microsoft.com/office/drawing/2014/main" id="{D52D4B64-9D8F-D594-4FDD-E602F723521C}"/>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6" name="Title Placeholder 2">
            <a:extLst>
              <a:ext uri="{FF2B5EF4-FFF2-40B4-BE49-F238E27FC236}">
                <a16:creationId xmlns:a16="http://schemas.microsoft.com/office/drawing/2014/main" id="{4CDB539E-2F3F-2A61-7B92-04E022F3E1FB}"/>
              </a:ext>
            </a:extLst>
          </p:cNvPr>
          <p:cNvSpPr>
            <a:spLocks noGrp="1" noRot="1" noMove="1" noResize="1" noEditPoints="1" noAdjustHandles="1" noChangeArrowheads="1" noChangeShapeType="1"/>
          </p:cNvSpPr>
          <p:nvPr>
            <p:ph type="title" hasCustomPrompt="1"/>
          </p:nvPr>
        </p:nvSpPr>
        <p:spPr>
          <a:xfrm>
            <a:off x="4114800" y="504000"/>
            <a:ext cx="7609261"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4086939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xample of text box, text and icon">
    <p:spTree>
      <p:nvGrpSpPr>
        <p:cNvPr id="1" name=""/>
        <p:cNvGrpSpPr/>
        <p:nvPr/>
      </p:nvGrpSpPr>
      <p:grpSpPr>
        <a:xfrm>
          <a:off x="0" y="0"/>
          <a:ext cx="0" cy="0"/>
          <a:chOff x="0" y="0"/>
          <a:chExt cx="0" cy="0"/>
        </a:xfrm>
      </p:grpSpPr>
      <p:sp>
        <p:nvSpPr>
          <p:cNvPr id="30" name="Slide Number Placeholder 5">
            <a:extLst>
              <a:ext uri="{FF2B5EF4-FFF2-40B4-BE49-F238E27FC236}">
                <a16:creationId xmlns:a16="http://schemas.microsoft.com/office/drawing/2014/main" id="{FBE3F79B-2FBC-6E5C-355A-DE48CE262612}"/>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29" name="Footer Placeholder 4">
            <a:extLst>
              <a:ext uri="{FF2B5EF4-FFF2-40B4-BE49-F238E27FC236}">
                <a16:creationId xmlns:a16="http://schemas.microsoft.com/office/drawing/2014/main" id="{01CF29A6-CB41-C2A9-C7BC-86F4CC1A2FF7}"/>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8" name="Text Placeholder 7">
            <a:extLst>
              <a:ext uri="{FF2B5EF4-FFF2-40B4-BE49-F238E27FC236}">
                <a16:creationId xmlns:a16="http://schemas.microsoft.com/office/drawing/2014/main" id="{6B5AE1E8-FBBF-7855-3F7B-2B916F13DE82}"/>
              </a:ext>
            </a:extLst>
          </p:cNvPr>
          <p:cNvSpPr>
            <a:spLocks noGrp="1"/>
          </p:cNvSpPr>
          <p:nvPr>
            <p:ph type="body" sz="quarter" idx="14"/>
          </p:nvPr>
        </p:nvSpPr>
        <p:spPr>
          <a:xfrm>
            <a:off x="5954400" y="1958804"/>
            <a:ext cx="5626511" cy="246221"/>
          </a:xfrm>
          <a:prstGeom prst="rect">
            <a:avLst/>
          </a:prstGeom>
        </p:spPr>
        <p:txBody>
          <a:bodyPr wrap="square" lIns="0" tIns="0" rIns="0" bIns="0">
            <a:spAutoFit/>
          </a:bodyPr>
          <a:lstStyle>
            <a:lvl1pPr marL="284400" indent="-284400">
              <a:lnSpc>
                <a:spcPct val="100000"/>
              </a:lnSpc>
              <a:spcBef>
                <a:spcPts val="0"/>
              </a:spcBef>
              <a:spcAft>
                <a:spcPts val="800"/>
              </a:spcAft>
              <a:defRPr lang="en-US" sz="1600" kern="1200" dirty="0">
                <a:solidFill>
                  <a:schemeClr val="tx1"/>
                </a:solidFill>
                <a:latin typeface="+mn-lt"/>
                <a:ea typeface="+mn-ea"/>
                <a:cs typeface="+mn-cs"/>
              </a:defRPr>
            </a:lvl1pPr>
          </a:lstStyle>
          <a:p>
            <a:pPr lvl="0"/>
            <a:r>
              <a:rPr lang="en-GB"/>
              <a:t>Click to edit Master text styles</a:t>
            </a:r>
          </a:p>
        </p:txBody>
      </p:sp>
      <p:sp>
        <p:nvSpPr>
          <p:cNvPr id="14" name="Text Placeholder 13">
            <a:extLst>
              <a:ext uri="{FF2B5EF4-FFF2-40B4-BE49-F238E27FC236}">
                <a16:creationId xmlns:a16="http://schemas.microsoft.com/office/drawing/2014/main" id="{91DD2C8F-1F4A-BD4D-2809-C9417F6087C4}"/>
              </a:ext>
            </a:extLst>
          </p:cNvPr>
          <p:cNvSpPr>
            <a:spLocks noGrp="1"/>
          </p:cNvSpPr>
          <p:nvPr>
            <p:ph type="body" sz="quarter" idx="15"/>
          </p:nvPr>
        </p:nvSpPr>
        <p:spPr>
          <a:xfrm>
            <a:off x="612000" y="3581400"/>
            <a:ext cx="5011200" cy="2671200"/>
          </a:xfrm>
          <a:prstGeom prst="rect">
            <a:avLst/>
          </a:prstGeom>
          <a:solidFill>
            <a:schemeClr val="bg2">
              <a:lumMod val="40000"/>
              <a:lumOff val="60000"/>
            </a:schemeClr>
          </a:solidFill>
        </p:spPr>
        <p:txBody>
          <a:bodyPr lIns="288000" tIns="216000" rIns="288000" bIns="72000"/>
          <a:lstStyle>
            <a:lvl1pPr marL="0" indent="0">
              <a:lnSpc>
                <a:spcPct val="100000"/>
              </a:lnSpc>
              <a:spcBef>
                <a:spcPts val="0"/>
              </a:spcBef>
              <a:spcAft>
                <a:spcPts val="600"/>
              </a:spcAft>
              <a:buNone/>
              <a:defRPr sz="1600">
                <a:solidFill>
                  <a:schemeClr val="tx1"/>
                </a:solidFill>
              </a:defRPr>
            </a:lvl1pPr>
            <a:lvl2pPr marL="284400" indent="-284400">
              <a:lnSpc>
                <a:spcPct val="100000"/>
              </a:lnSpc>
              <a:spcBef>
                <a:spcPts val="0"/>
              </a:spcBef>
              <a:spcAft>
                <a:spcPts val="600"/>
              </a:spcAft>
              <a:defRPr sz="1600">
                <a:solidFill>
                  <a:schemeClr val="tx1"/>
                </a:solidFill>
              </a:defRPr>
            </a:lvl2pPr>
            <a:lvl3pPr>
              <a:defRPr sz="1600"/>
            </a:lvl3pPr>
            <a:lvl4pPr>
              <a:defRPr sz="1600"/>
            </a:lvl4pPr>
            <a:lvl5pPr>
              <a:defRPr sz="1600"/>
            </a:lvl5pPr>
          </a:lstStyle>
          <a:p>
            <a:pPr lvl="0"/>
            <a:r>
              <a:rPr lang="en-GB"/>
              <a:t>Click to edit Master text styles</a:t>
            </a:r>
          </a:p>
          <a:p>
            <a:pPr lvl="1"/>
            <a:r>
              <a:rPr lang="en-GB"/>
              <a:t>Second level</a:t>
            </a:r>
            <a:endParaRPr lang="en-US"/>
          </a:p>
        </p:txBody>
      </p:sp>
      <p:sp>
        <p:nvSpPr>
          <p:cNvPr id="16" name="Text Placeholder 13">
            <a:extLst>
              <a:ext uri="{FF2B5EF4-FFF2-40B4-BE49-F238E27FC236}">
                <a16:creationId xmlns:a16="http://schemas.microsoft.com/office/drawing/2014/main" id="{5A9381C4-2FDD-D49A-D43E-1B2ABFA4BA2C}"/>
              </a:ext>
            </a:extLst>
          </p:cNvPr>
          <p:cNvSpPr>
            <a:spLocks noGrp="1"/>
          </p:cNvSpPr>
          <p:nvPr>
            <p:ph type="body" sz="quarter" idx="16"/>
          </p:nvPr>
        </p:nvSpPr>
        <p:spPr>
          <a:xfrm>
            <a:off x="612000" y="1810870"/>
            <a:ext cx="5011200" cy="1620000"/>
          </a:xfrm>
          <a:prstGeom prst="roundRect">
            <a:avLst/>
          </a:prstGeom>
          <a:solidFill>
            <a:schemeClr val="tx2"/>
          </a:solidFill>
        </p:spPr>
        <p:txBody>
          <a:bodyPr lIns="1368000" tIns="251999" rIns="90000" bIns="46800"/>
          <a:lstStyle>
            <a:lvl1pPr marL="0" indent="0">
              <a:lnSpc>
                <a:spcPct val="100000"/>
              </a:lnSpc>
              <a:spcBef>
                <a:spcPts val="0"/>
              </a:spcBef>
              <a:spcAft>
                <a:spcPts val="600"/>
              </a:spcAft>
              <a:buNone/>
              <a:defRPr sz="1600">
                <a:solidFill>
                  <a:schemeClr val="bg1"/>
                </a:solidFill>
              </a:defRPr>
            </a:lvl1pPr>
            <a:lvl2pPr marL="284400" indent="-284400">
              <a:lnSpc>
                <a:spcPct val="100000"/>
              </a:lnSpc>
              <a:spcBef>
                <a:spcPts val="0"/>
              </a:spcBef>
              <a:spcAft>
                <a:spcPts val="600"/>
              </a:spcAft>
              <a:defRPr sz="1600">
                <a:solidFill>
                  <a:schemeClr val="bg1"/>
                </a:solidFill>
              </a:defRPr>
            </a:lvl2pPr>
            <a:lvl3pPr>
              <a:defRPr sz="1600"/>
            </a:lvl3pPr>
            <a:lvl4pPr>
              <a:defRPr sz="1600"/>
            </a:lvl4pPr>
            <a:lvl5pPr>
              <a:defRPr sz="1600"/>
            </a:lvl5pPr>
          </a:lstStyle>
          <a:p>
            <a:pPr lvl="0"/>
            <a:r>
              <a:rPr lang="en-GB"/>
              <a:t>Click to edit Master text styles</a:t>
            </a:r>
          </a:p>
        </p:txBody>
      </p:sp>
      <p:sp>
        <p:nvSpPr>
          <p:cNvPr id="20" name="Picture Placeholder 19">
            <a:extLst>
              <a:ext uri="{FF2B5EF4-FFF2-40B4-BE49-F238E27FC236}">
                <a16:creationId xmlns:a16="http://schemas.microsoft.com/office/drawing/2014/main" id="{10D73907-34CD-8021-D089-CD58996F28C7}"/>
              </a:ext>
            </a:extLst>
          </p:cNvPr>
          <p:cNvSpPr>
            <a:spLocks noGrp="1"/>
          </p:cNvSpPr>
          <p:nvPr>
            <p:ph type="pic" sz="quarter" idx="17" hasCustomPrompt="1"/>
          </p:nvPr>
        </p:nvSpPr>
        <p:spPr>
          <a:xfrm>
            <a:off x="768149" y="2080870"/>
            <a:ext cx="1080000" cy="1080000"/>
          </a:xfrm>
          <a:prstGeom prst="ellipse">
            <a:avLst/>
          </a:prstGeom>
          <a:solidFill>
            <a:schemeClr val="bg1"/>
          </a:solidFill>
        </p:spPr>
        <p:txBody>
          <a:bodyPr lIns="0" tIns="0" rIns="0" bIns="0" anchor="ctr" anchorCtr="0"/>
          <a:lstStyle>
            <a:lvl1pPr marL="0" indent="0" algn="ctr">
              <a:buNone/>
              <a:defRPr sz="1000">
                <a:solidFill>
                  <a:srgbClr val="D02F7C"/>
                </a:solidFill>
              </a:defRPr>
            </a:lvl1pPr>
          </a:lstStyle>
          <a:p>
            <a:r>
              <a:rPr lang="en-US"/>
              <a:t>Click to place icon</a:t>
            </a:r>
          </a:p>
        </p:txBody>
      </p:sp>
      <p:sp>
        <p:nvSpPr>
          <p:cNvPr id="25" name="Rectangle 24">
            <a:extLst>
              <a:ext uri="{FF2B5EF4-FFF2-40B4-BE49-F238E27FC236}">
                <a16:creationId xmlns:a16="http://schemas.microsoft.com/office/drawing/2014/main" id="{800DEA4B-763A-4416-E47F-B2403CE6C1B8}"/>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 Placeholder 8">
            <a:extLst>
              <a:ext uri="{FF2B5EF4-FFF2-40B4-BE49-F238E27FC236}">
                <a16:creationId xmlns:a16="http://schemas.microsoft.com/office/drawing/2014/main" id="{B30A3252-52D7-59BC-0144-D2092A1458BE}"/>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26" name="Title Placeholder 2">
            <a:extLst>
              <a:ext uri="{FF2B5EF4-FFF2-40B4-BE49-F238E27FC236}">
                <a16:creationId xmlns:a16="http://schemas.microsoft.com/office/drawing/2014/main" id="{E436AFEF-FC18-66CC-3632-52F29552E38D}"/>
              </a:ext>
            </a:extLst>
          </p:cNvPr>
          <p:cNvSpPr>
            <a:spLocks noGrp="1" noRot="1" noMove="1" noResize="1" noEditPoints="1" noAdjustHandles="1" noChangeArrowheads="1" noChangeShapeType="1"/>
          </p:cNvSpPr>
          <p:nvPr>
            <p:ph type="title" hasCustomPrompt="1"/>
          </p:nvPr>
        </p:nvSpPr>
        <p:spPr>
          <a:xfrm>
            <a:off x="4105656" y="504000"/>
            <a:ext cx="7618405"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3278400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xample of grouping multiple information 1">
    <p:spTree>
      <p:nvGrpSpPr>
        <p:cNvPr id="1" name=""/>
        <p:cNvGrpSpPr/>
        <p:nvPr/>
      </p:nvGrpSpPr>
      <p:grpSpPr>
        <a:xfrm>
          <a:off x="0" y="0"/>
          <a:ext cx="0" cy="0"/>
          <a:chOff x="0" y="0"/>
          <a:chExt cx="0" cy="0"/>
        </a:xfrm>
      </p:grpSpPr>
      <p:sp>
        <p:nvSpPr>
          <p:cNvPr id="41" name="Slide Number Placeholder 5">
            <a:extLst>
              <a:ext uri="{FF2B5EF4-FFF2-40B4-BE49-F238E27FC236}">
                <a16:creationId xmlns:a16="http://schemas.microsoft.com/office/drawing/2014/main" id="{DC0B72B6-605B-094B-0AF4-DAB1832690FB}"/>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40" name="Footer Placeholder 4">
            <a:extLst>
              <a:ext uri="{FF2B5EF4-FFF2-40B4-BE49-F238E27FC236}">
                <a16:creationId xmlns:a16="http://schemas.microsoft.com/office/drawing/2014/main" id="{DBA4A6F6-191C-3E83-B9AA-E3B3064E30C3}"/>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36" name="Text Placeholder 8">
            <a:extLst>
              <a:ext uri="{FF2B5EF4-FFF2-40B4-BE49-F238E27FC236}">
                <a16:creationId xmlns:a16="http://schemas.microsoft.com/office/drawing/2014/main" id="{3A19F4D1-0FD2-4233-4831-CFE344BADEDA}"/>
              </a:ext>
            </a:extLst>
          </p:cNvPr>
          <p:cNvSpPr>
            <a:spLocks noGrp="1"/>
          </p:cNvSpPr>
          <p:nvPr>
            <p:ph type="body" sz="quarter" idx="26"/>
          </p:nvPr>
        </p:nvSpPr>
        <p:spPr>
          <a:xfrm>
            <a:off x="6716183" y="4756320"/>
            <a:ext cx="4514400" cy="215444"/>
          </a:xfrm>
          <a:prstGeom prst="rect">
            <a:avLst/>
          </a:prstGeom>
        </p:spPr>
        <p:txBody>
          <a:bodyPr wrap="square" lIns="0" tIns="0" rIns="0" bIns="0">
            <a:spAutoFit/>
          </a:bodyPr>
          <a:lstStyle>
            <a:lvl1pPr marL="284400" indent="-284400">
              <a:lnSpc>
                <a:spcPct val="100000"/>
              </a:lnSpc>
              <a:spcBef>
                <a:spcPts val="0"/>
              </a:spcBef>
              <a:spcAft>
                <a:spcPts val="600"/>
              </a:spcAft>
              <a:defRPr lang="en-GB" sz="1400" kern="1200" dirty="0" smtClean="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35" name="Text Placeholder 7">
            <a:extLst>
              <a:ext uri="{FF2B5EF4-FFF2-40B4-BE49-F238E27FC236}">
                <a16:creationId xmlns:a16="http://schemas.microsoft.com/office/drawing/2014/main" id="{06355359-FD37-A2D4-F1DB-FB7D7696E471}"/>
              </a:ext>
            </a:extLst>
          </p:cNvPr>
          <p:cNvSpPr>
            <a:spLocks noGrp="1"/>
          </p:cNvSpPr>
          <p:nvPr>
            <p:ph type="body" sz="quarter" idx="25" hasCustomPrompt="1"/>
          </p:nvPr>
        </p:nvSpPr>
        <p:spPr>
          <a:xfrm>
            <a:off x="6716183" y="4453856"/>
            <a:ext cx="4514400" cy="221599"/>
          </a:xfrm>
          <a:prstGeom prst="rect">
            <a:avLst/>
          </a:prstGeom>
        </p:spPr>
        <p:txBody>
          <a:bodyPr wrap="square" lIns="0" tIns="0" rIns="0" bIns="0">
            <a:spAutoFit/>
          </a:bodyPr>
          <a:lstStyle>
            <a:lvl1pPr marL="0" indent="0">
              <a:buNone/>
              <a:defRPr lang="en-GB" sz="1600" b="1" kern="1200" dirty="0" smtClean="0">
                <a:solidFill>
                  <a:schemeClr val="tx2"/>
                </a:solidFill>
                <a:latin typeface="+mn-lt"/>
                <a:ea typeface="+mn-ea"/>
                <a:cs typeface="+mn-cs"/>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Master header</a:t>
            </a:r>
            <a:endParaRPr lang="en-US"/>
          </a:p>
        </p:txBody>
      </p:sp>
      <p:sp>
        <p:nvSpPr>
          <p:cNvPr id="34" name="Rectangle: Rounded Corners 4">
            <a:extLst>
              <a:ext uri="{FF2B5EF4-FFF2-40B4-BE49-F238E27FC236}">
                <a16:creationId xmlns:a16="http://schemas.microsoft.com/office/drawing/2014/main" id="{EF14570C-57AA-FADD-0C3C-13828D0387FC}"/>
              </a:ext>
            </a:extLst>
          </p:cNvPr>
          <p:cNvSpPr/>
          <p:nvPr userDrawn="1"/>
        </p:nvSpPr>
        <p:spPr>
          <a:xfrm>
            <a:off x="6393600" y="4227338"/>
            <a:ext cx="5148000" cy="205200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 Placeholder 6">
            <a:extLst>
              <a:ext uri="{FF2B5EF4-FFF2-40B4-BE49-F238E27FC236}">
                <a16:creationId xmlns:a16="http://schemas.microsoft.com/office/drawing/2014/main" id="{0C8CFDB4-BA55-3B38-87C1-145124EF5599}"/>
              </a:ext>
            </a:extLst>
          </p:cNvPr>
          <p:cNvSpPr>
            <a:spLocks noGrp="1"/>
          </p:cNvSpPr>
          <p:nvPr>
            <p:ph type="body" sz="quarter" idx="24"/>
          </p:nvPr>
        </p:nvSpPr>
        <p:spPr>
          <a:xfrm>
            <a:off x="900000" y="4756320"/>
            <a:ext cx="4514400" cy="215444"/>
          </a:xfrm>
          <a:prstGeom prst="rect">
            <a:avLst/>
          </a:prstGeom>
        </p:spPr>
        <p:txBody>
          <a:bodyPr wrap="square" lIns="0" tIns="0" rIns="0" bIns="0">
            <a:spAutoFit/>
          </a:bodyPr>
          <a:lstStyle>
            <a:lvl1pPr marL="284400" indent="-284400">
              <a:lnSpc>
                <a:spcPct val="100000"/>
              </a:lnSpc>
              <a:spcBef>
                <a:spcPts val="0"/>
              </a:spcBef>
              <a:spcAft>
                <a:spcPts val="600"/>
              </a:spcAft>
              <a:defRPr lang="en-GB" sz="1400" kern="1200" dirty="0" smtClean="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32" name="Text Placeholder 5">
            <a:extLst>
              <a:ext uri="{FF2B5EF4-FFF2-40B4-BE49-F238E27FC236}">
                <a16:creationId xmlns:a16="http://schemas.microsoft.com/office/drawing/2014/main" id="{60A22822-4F89-6D2F-2D52-A25ED2032D12}"/>
              </a:ext>
            </a:extLst>
          </p:cNvPr>
          <p:cNvSpPr>
            <a:spLocks noGrp="1"/>
          </p:cNvSpPr>
          <p:nvPr>
            <p:ph type="body" sz="quarter" idx="23" hasCustomPrompt="1"/>
          </p:nvPr>
        </p:nvSpPr>
        <p:spPr>
          <a:xfrm>
            <a:off x="900000" y="4453856"/>
            <a:ext cx="4514400" cy="221599"/>
          </a:xfrm>
          <a:prstGeom prst="rect">
            <a:avLst/>
          </a:prstGeom>
        </p:spPr>
        <p:txBody>
          <a:bodyPr wrap="square" lIns="0" tIns="0" rIns="0" bIns="0">
            <a:spAutoFit/>
          </a:bodyPr>
          <a:lstStyle>
            <a:lvl1pPr marL="0" indent="0">
              <a:buNone/>
              <a:defRPr lang="en-GB" sz="1600" b="1" kern="1200" dirty="0" smtClean="0">
                <a:solidFill>
                  <a:schemeClr val="tx2"/>
                </a:solidFill>
                <a:latin typeface="+mn-lt"/>
                <a:ea typeface="+mn-ea"/>
                <a:cs typeface="+mn-cs"/>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Master header</a:t>
            </a:r>
            <a:endParaRPr lang="en-US"/>
          </a:p>
        </p:txBody>
      </p:sp>
      <p:sp>
        <p:nvSpPr>
          <p:cNvPr id="31" name="Rectangle: Rounded Corners 3">
            <a:extLst>
              <a:ext uri="{FF2B5EF4-FFF2-40B4-BE49-F238E27FC236}">
                <a16:creationId xmlns:a16="http://schemas.microsoft.com/office/drawing/2014/main" id="{12ADCB45-D977-07A6-FDA2-6EF04EE05353}"/>
              </a:ext>
            </a:extLst>
          </p:cNvPr>
          <p:cNvSpPr/>
          <p:nvPr userDrawn="1"/>
        </p:nvSpPr>
        <p:spPr>
          <a:xfrm>
            <a:off x="576000" y="4227338"/>
            <a:ext cx="5148000" cy="205200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 Placeholder 4">
            <a:extLst>
              <a:ext uri="{FF2B5EF4-FFF2-40B4-BE49-F238E27FC236}">
                <a16:creationId xmlns:a16="http://schemas.microsoft.com/office/drawing/2014/main" id="{49814ED8-F60A-01A4-09E8-A01B54A61BF5}"/>
              </a:ext>
            </a:extLst>
          </p:cNvPr>
          <p:cNvSpPr>
            <a:spLocks noGrp="1"/>
          </p:cNvSpPr>
          <p:nvPr>
            <p:ph type="body" sz="quarter" idx="22"/>
          </p:nvPr>
        </p:nvSpPr>
        <p:spPr>
          <a:xfrm>
            <a:off x="6716183" y="2387874"/>
            <a:ext cx="4514400" cy="215444"/>
          </a:xfrm>
          <a:prstGeom prst="rect">
            <a:avLst/>
          </a:prstGeom>
        </p:spPr>
        <p:txBody>
          <a:bodyPr wrap="square" lIns="0" tIns="0" rIns="0" bIns="0">
            <a:spAutoFit/>
          </a:bodyPr>
          <a:lstStyle>
            <a:lvl1pPr marL="284400" indent="-284400">
              <a:lnSpc>
                <a:spcPct val="100000"/>
              </a:lnSpc>
              <a:spcBef>
                <a:spcPts val="0"/>
              </a:spcBef>
              <a:spcAft>
                <a:spcPts val="600"/>
              </a:spcAft>
              <a:defRPr lang="en-GB" sz="1400" kern="1200" dirty="0" smtClean="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28" name="Text Placeholder 3">
            <a:extLst>
              <a:ext uri="{FF2B5EF4-FFF2-40B4-BE49-F238E27FC236}">
                <a16:creationId xmlns:a16="http://schemas.microsoft.com/office/drawing/2014/main" id="{B9BF4D4C-D0EE-7FF2-5452-838C9B636F41}"/>
              </a:ext>
            </a:extLst>
          </p:cNvPr>
          <p:cNvSpPr>
            <a:spLocks noGrp="1"/>
          </p:cNvSpPr>
          <p:nvPr>
            <p:ph type="body" sz="quarter" idx="21" hasCustomPrompt="1"/>
          </p:nvPr>
        </p:nvSpPr>
        <p:spPr>
          <a:xfrm>
            <a:off x="6716183" y="2085410"/>
            <a:ext cx="4514400" cy="221599"/>
          </a:xfrm>
          <a:prstGeom prst="rect">
            <a:avLst/>
          </a:prstGeom>
        </p:spPr>
        <p:txBody>
          <a:bodyPr wrap="square" lIns="0" tIns="0" rIns="0" bIns="0">
            <a:spAutoFit/>
          </a:bodyPr>
          <a:lstStyle>
            <a:lvl1pPr marL="0" indent="0">
              <a:buNone/>
              <a:defRPr lang="en-GB" sz="1600" b="1" kern="1200" dirty="0" smtClean="0">
                <a:solidFill>
                  <a:schemeClr val="tx2"/>
                </a:solidFill>
                <a:latin typeface="+mn-lt"/>
                <a:ea typeface="+mn-ea"/>
                <a:cs typeface="+mn-cs"/>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Master header</a:t>
            </a:r>
            <a:endParaRPr lang="en-US"/>
          </a:p>
        </p:txBody>
      </p:sp>
      <p:sp>
        <p:nvSpPr>
          <p:cNvPr id="27" name="Rectangle: Rounded Corners 2">
            <a:extLst>
              <a:ext uri="{FF2B5EF4-FFF2-40B4-BE49-F238E27FC236}">
                <a16:creationId xmlns:a16="http://schemas.microsoft.com/office/drawing/2014/main" id="{A7802BF0-16BB-D154-0547-16D7919BF06E}"/>
              </a:ext>
            </a:extLst>
          </p:cNvPr>
          <p:cNvSpPr/>
          <p:nvPr userDrawn="1"/>
        </p:nvSpPr>
        <p:spPr>
          <a:xfrm>
            <a:off x="6393600" y="1858892"/>
            <a:ext cx="5148000" cy="205200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 Placeholder 2">
            <a:extLst>
              <a:ext uri="{FF2B5EF4-FFF2-40B4-BE49-F238E27FC236}">
                <a16:creationId xmlns:a16="http://schemas.microsoft.com/office/drawing/2014/main" id="{0DDF0EAE-985C-CC15-F982-4D4F4C119B8B}"/>
              </a:ext>
            </a:extLst>
          </p:cNvPr>
          <p:cNvSpPr>
            <a:spLocks noGrp="1"/>
          </p:cNvSpPr>
          <p:nvPr>
            <p:ph type="body" sz="quarter" idx="20"/>
          </p:nvPr>
        </p:nvSpPr>
        <p:spPr>
          <a:xfrm>
            <a:off x="900000" y="2387874"/>
            <a:ext cx="4514400" cy="215444"/>
          </a:xfrm>
          <a:prstGeom prst="rect">
            <a:avLst/>
          </a:prstGeom>
        </p:spPr>
        <p:txBody>
          <a:bodyPr wrap="square" lIns="0" tIns="0" rIns="0" bIns="0">
            <a:spAutoFit/>
          </a:bodyPr>
          <a:lstStyle>
            <a:lvl1pPr marL="284400" indent="-284400">
              <a:lnSpc>
                <a:spcPct val="100000"/>
              </a:lnSpc>
              <a:spcBef>
                <a:spcPts val="0"/>
              </a:spcBef>
              <a:spcAft>
                <a:spcPts val="600"/>
              </a:spcAft>
              <a:defRPr lang="en-GB" sz="1400" kern="1200" dirty="0" smtClean="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24" name="Text Placeholder 1">
            <a:extLst>
              <a:ext uri="{FF2B5EF4-FFF2-40B4-BE49-F238E27FC236}">
                <a16:creationId xmlns:a16="http://schemas.microsoft.com/office/drawing/2014/main" id="{6750055F-362E-44AC-5356-F05F20770110}"/>
              </a:ext>
            </a:extLst>
          </p:cNvPr>
          <p:cNvSpPr>
            <a:spLocks noGrp="1"/>
          </p:cNvSpPr>
          <p:nvPr>
            <p:ph type="body" sz="quarter" idx="19" hasCustomPrompt="1"/>
          </p:nvPr>
        </p:nvSpPr>
        <p:spPr>
          <a:xfrm>
            <a:off x="900000" y="2085410"/>
            <a:ext cx="4514400" cy="221599"/>
          </a:xfrm>
          <a:prstGeom prst="rect">
            <a:avLst/>
          </a:prstGeom>
        </p:spPr>
        <p:txBody>
          <a:bodyPr wrap="square" lIns="0" tIns="0" rIns="0" bIns="0">
            <a:spAutoFit/>
          </a:bodyPr>
          <a:lstStyle>
            <a:lvl1pPr marL="0" indent="0">
              <a:buNone/>
              <a:defRPr lang="en-GB" sz="1600" b="1" kern="1200" dirty="0" smtClean="0">
                <a:solidFill>
                  <a:schemeClr val="tx2"/>
                </a:solidFill>
                <a:latin typeface="+mn-lt"/>
                <a:ea typeface="+mn-ea"/>
                <a:cs typeface="+mn-cs"/>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Master header</a:t>
            </a:r>
            <a:endParaRPr lang="en-US"/>
          </a:p>
        </p:txBody>
      </p:sp>
      <p:sp>
        <p:nvSpPr>
          <p:cNvPr id="23" name="Rectangle: Rounded Corners 1">
            <a:extLst>
              <a:ext uri="{FF2B5EF4-FFF2-40B4-BE49-F238E27FC236}">
                <a16:creationId xmlns:a16="http://schemas.microsoft.com/office/drawing/2014/main" id="{F69F61DD-59F1-C0BB-C9E0-F02EB6017E0C}"/>
              </a:ext>
            </a:extLst>
          </p:cNvPr>
          <p:cNvSpPr/>
          <p:nvPr userDrawn="1"/>
        </p:nvSpPr>
        <p:spPr>
          <a:xfrm>
            <a:off x="576000" y="1858892"/>
            <a:ext cx="5148000" cy="2052000"/>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99C4B612-4C7F-2115-6CD8-9B5093A637CF}"/>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 Placeholder 8">
            <a:extLst>
              <a:ext uri="{FF2B5EF4-FFF2-40B4-BE49-F238E27FC236}">
                <a16:creationId xmlns:a16="http://schemas.microsoft.com/office/drawing/2014/main" id="{D1B96993-1626-44FD-6192-C83FAB0E9745}"/>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38" name="Title Placeholder 2">
            <a:extLst>
              <a:ext uri="{FF2B5EF4-FFF2-40B4-BE49-F238E27FC236}">
                <a16:creationId xmlns:a16="http://schemas.microsoft.com/office/drawing/2014/main" id="{C6055F86-BEA3-116C-FBED-721EE9794F38}"/>
              </a:ext>
            </a:extLst>
          </p:cNvPr>
          <p:cNvSpPr>
            <a:spLocks noGrp="1" noRot="1" noMove="1" noResize="1" noEditPoints="1" noAdjustHandles="1" noChangeArrowheads="1" noChangeShapeType="1"/>
          </p:cNvSpPr>
          <p:nvPr>
            <p:ph type="title" hasCustomPrompt="1"/>
          </p:nvPr>
        </p:nvSpPr>
        <p:spPr>
          <a:xfrm>
            <a:off x="4109014" y="504000"/>
            <a:ext cx="7615048"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1251846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xample of grouping multiple information 2">
    <p:spTree>
      <p:nvGrpSpPr>
        <p:cNvPr id="1" name=""/>
        <p:cNvGrpSpPr/>
        <p:nvPr/>
      </p:nvGrpSpPr>
      <p:grpSpPr>
        <a:xfrm>
          <a:off x="0" y="0"/>
          <a:ext cx="0" cy="0"/>
          <a:chOff x="0" y="0"/>
          <a:chExt cx="0" cy="0"/>
        </a:xfrm>
      </p:grpSpPr>
      <p:sp>
        <p:nvSpPr>
          <p:cNvPr id="40" name="Slide Number Placeholder 5">
            <a:extLst>
              <a:ext uri="{FF2B5EF4-FFF2-40B4-BE49-F238E27FC236}">
                <a16:creationId xmlns:a16="http://schemas.microsoft.com/office/drawing/2014/main" id="{836D8CF6-69B5-F29F-B657-A7A1E845F3D2}"/>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39" name="Footer Placeholder 4">
            <a:extLst>
              <a:ext uri="{FF2B5EF4-FFF2-40B4-BE49-F238E27FC236}">
                <a16:creationId xmlns:a16="http://schemas.microsoft.com/office/drawing/2014/main" id="{451DE942-8D92-123B-659F-FAB2FFEB950A}"/>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19" name="Rectangle: Rounded Corners 5">
            <a:extLst>
              <a:ext uri="{FF2B5EF4-FFF2-40B4-BE49-F238E27FC236}">
                <a16:creationId xmlns:a16="http://schemas.microsoft.com/office/drawing/2014/main" id="{CE067A2C-46F7-2825-434F-CEE7DFAE41D1}"/>
              </a:ext>
            </a:extLst>
          </p:cNvPr>
          <p:cNvSpPr/>
          <p:nvPr userDrawn="1"/>
        </p:nvSpPr>
        <p:spPr>
          <a:xfrm>
            <a:off x="6485450" y="1858891"/>
            <a:ext cx="5078543" cy="4397187"/>
          </a:xfrm>
          <a:prstGeom prst="round2SameRect">
            <a:avLst>
              <a:gd name="adj1" fmla="val 0"/>
              <a:gd name="adj2" fmla="val 9213"/>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26" name="Text Placeholder 4">
            <a:extLst>
              <a:ext uri="{FF2B5EF4-FFF2-40B4-BE49-F238E27FC236}">
                <a16:creationId xmlns:a16="http://schemas.microsoft.com/office/drawing/2014/main" id="{196DEA97-70B7-4002-C04D-03B6F8474C8F}"/>
              </a:ext>
            </a:extLst>
          </p:cNvPr>
          <p:cNvSpPr>
            <a:spLocks noGrp="1"/>
          </p:cNvSpPr>
          <p:nvPr>
            <p:ph type="body" sz="quarter" idx="22"/>
          </p:nvPr>
        </p:nvSpPr>
        <p:spPr>
          <a:xfrm>
            <a:off x="6807497" y="2574322"/>
            <a:ext cx="4434448" cy="246221"/>
          </a:xfrm>
          <a:prstGeom prst="rect">
            <a:avLst/>
          </a:prstGeom>
        </p:spPr>
        <p:txBody>
          <a:bodyPr wrap="square" lIns="0" tIns="0" rIns="0" bIns="0">
            <a:spAutoFit/>
          </a:bodyPr>
          <a:lstStyle>
            <a:lvl1pPr marL="284400" indent="-284400">
              <a:lnSpc>
                <a:spcPct val="100000"/>
              </a:lnSpc>
              <a:spcBef>
                <a:spcPts val="0"/>
              </a:spcBef>
              <a:spcAft>
                <a:spcPts val="1200"/>
              </a:spcAft>
              <a:defRPr lang="en-US" sz="1600" kern="1200" dirty="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20" name="Text Placeholder 3">
            <a:extLst>
              <a:ext uri="{FF2B5EF4-FFF2-40B4-BE49-F238E27FC236}">
                <a16:creationId xmlns:a16="http://schemas.microsoft.com/office/drawing/2014/main" id="{96BBDDA6-345B-B843-B5D2-3FD422F0B78E}"/>
              </a:ext>
            </a:extLst>
          </p:cNvPr>
          <p:cNvSpPr>
            <a:spLocks noGrp="1"/>
          </p:cNvSpPr>
          <p:nvPr>
            <p:ph type="body" sz="quarter" idx="21" hasCustomPrompt="1"/>
          </p:nvPr>
        </p:nvSpPr>
        <p:spPr>
          <a:xfrm>
            <a:off x="6475921" y="1794286"/>
            <a:ext cx="5097600" cy="558000"/>
          </a:xfrm>
          <a:prstGeom prst="roundRect">
            <a:avLst/>
          </a:prstGeom>
          <a:solidFill>
            <a:schemeClr val="tx2"/>
          </a:solidFill>
        </p:spPr>
        <p:txBody>
          <a:bodyPr wrap="square" lIns="0" tIns="0" rIns="0" bIns="0" anchor="ctr" anchorCtr="0">
            <a:noAutofit/>
          </a:bodyPr>
          <a:lstStyle>
            <a:lvl1pPr marL="0" indent="0" algn="ctr">
              <a:buNone/>
              <a:defRPr lang="en-US" sz="1800" kern="1200" dirty="0">
                <a:solidFill>
                  <a:schemeClr val="lt1"/>
                </a:solidFill>
                <a:latin typeface="+mn-lt"/>
                <a:ea typeface="+mn-ea"/>
                <a:cs typeface="+mn-cs"/>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Master sub-header</a:t>
            </a:r>
            <a:endParaRPr lang="en-US"/>
          </a:p>
        </p:txBody>
      </p:sp>
      <p:sp>
        <p:nvSpPr>
          <p:cNvPr id="23" name="Rectangle: Rounded Corners 1">
            <a:extLst>
              <a:ext uri="{FF2B5EF4-FFF2-40B4-BE49-F238E27FC236}">
                <a16:creationId xmlns:a16="http://schemas.microsoft.com/office/drawing/2014/main" id="{F69F61DD-59F1-C0BB-C9E0-F02EB6017E0C}"/>
              </a:ext>
            </a:extLst>
          </p:cNvPr>
          <p:cNvSpPr/>
          <p:nvPr userDrawn="1"/>
        </p:nvSpPr>
        <p:spPr>
          <a:xfrm>
            <a:off x="651810" y="1858891"/>
            <a:ext cx="5078543" cy="4397187"/>
          </a:xfrm>
          <a:prstGeom prst="round2SameRect">
            <a:avLst>
              <a:gd name="adj1" fmla="val 0"/>
              <a:gd name="adj2" fmla="val 9213"/>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25" name="Text Placeholder 2">
            <a:extLst>
              <a:ext uri="{FF2B5EF4-FFF2-40B4-BE49-F238E27FC236}">
                <a16:creationId xmlns:a16="http://schemas.microsoft.com/office/drawing/2014/main" id="{0DDF0EAE-985C-CC15-F982-4D4F4C119B8B}"/>
              </a:ext>
            </a:extLst>
          </p:cNvPr>
          <p:cNvSpPr>
            <a:spLocks noGrp="1"/>
          </p:cNvSpPr>
          <p:nvPr>
            <p:ph type="body" sz="quarter" idx="20"/>
          </p:nvPr>
        </p:nvSpPr>
        <p:spPr>
          <a:xfrm>
            <a:off x="973857" y="2574322"/>
            <a:ext cx="4434448" cy="246221"/>
          </a:xfrm>
          <a:prstGeom prst="rect">
            <a:avLst/>
          </a:prstGeom>
        </p:spPr>
        <p:txBody>
          <a:bodyPr wrap="square" lIns="0" tIns="0" rIns="0" bIns="0">
            <a:spAutoFit/>
          </a:bodyPr>
          <a:lstStyle>
            <a:lvl1pPr marL="284400" indent="-284400">
              <a:lnSpc>
                <a:spcPct val="100000"/>
              </a:lnSpc>
              <a:spcBef>
                <a:spcPts val="0"/>
              </a:spcBef>
              <a:spcAft>
                <a:spcPts val="1200"/>
              </a:spcAft>
              <a:defRPr lang="en-US" sz="1600" kern="1200" dirty="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24" name="Text Placeholder 1">
            <a:extLst>
              <a:ext uri="{FF2B5EF4-FFF2-40B4-BE49-F238E27FC236}">
                <a16:creationId xmlns:a16="http://schemas.microsoft.com/office/drawing/2014/main" id="{6750055F-362E-44AC-5356-F05F20770110}"/>
              </a:ext>
            </a:extLst>
          </p:cNvPr>
          <p:cNvSpPr>
            <a:spLocks noGrp="1"/>
          </p:cNvSpPr>
          <p:nvPr>
            <p:ph type="body" sz="quarter" idx="19" hasCustomPrompt="1"/>
          </p:nvPr>
        </p:nvSpPr>
        <p:spPr>
          <a:xfrm>
            <a:off x="642281" y="1794286"/>
            <a:ext cx="5097600" cy="558000"/>
          </a:xfrm>
          <a:prstGeom prst="roundRect">
            <a:avLst/>
          </a:prstGeom>
          <a:solidFill>
            <a:schemeClr val="tx2"/>
          </a:solidFill>
        </p:spPr>
        <p:txBody>
          <a:bodyPr wrap="square" lIns="0" tIns="0" rIns="0" bIns="0" anchor="ctr" anchorCtr="0">
            <a:noAutofit/>
          </a:bodyPr>
          <a:lstStyle>
            <a:lvl1pPr marL="0" indent="0" algn="ctr">
              <a:buNone/>
              <a:defRPr lang="en-US" sz="1800" kern="1200" dirty="0">
                <a:solidFill>
                  <a:schemeClr val="lt1"/>
                </a:solidFill>
                <a:latin typeface="+mn-lt"/>
                <a:ea typeface="+mn-ea"/>
                <a:cs typeface="+mn-cs"/>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Master sub-header</a:t>
            </a:r>
            <a:endParaRPr lang="en-US"/>
          </a:p>
        </p:txBody>
      </p:sp>
      <p:sp>
        <p:nvSpPr>
          <p:cNvPr id="30" name="Rectangle 29">
            <a:extLst>
              <a:ext uri="{FF2B5EF4-FFF2-40B4-BE49-F238E27FC236}">
                <a16:creationId xmlns:a16="http://schemas.microsoft.com/office/drawing/2014/main" id="{B9F0512B-71BC-CC69-CBD8-A5AC0FEAA900}"/>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 Placeholder 8">
            <a:extLst>
              <a:ext uri="{FF2B5EF4-FFF2-40B4-BE49-F238E27FC236}">
                <a16:creationId xmlns:a16="http://schemas.microsoft.com/office/drawing/2014/main" id="{771ED409-3394-EB5B-CCFA-36A4897129A8}"/>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37" name="Title Placeholder 2">
            <a:extLst>
              <a:ext uri="{FF2B5EF4-FFF2-40B4-BE49-F238E27FC236}">
                <a16:creationId xmlns:a16="http://schemas.microsoft.com/office/drawing/2014/main" id="{2A82B2AA-3882-11C8-4928-8012D82E77CC}"/>
              </a:ext>
            </a:extLst>
          </p:cNvPr>
          <p:cNvSpPr>
            <a:spLocks noGrp="1" noRot="1" noMove="1" noResize="1" noEditPoints="1" noAdjustHandles="1" noChangeArrowheads="1" noChangeShapeType="1"/>
          </p:cNvSpPr>
          <p:nvPr>
            <p:ph type="title" hasCustomPrompt="1"/>
          </p:nvPr>
        </p:nvSpPr>
        <p:spPr>
          <a:xfrm>
            <a:off x="4109014" y="504000"/>
            <a:ext cx="7615048"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918980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xample of infographic and text">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38630B50-84DA-5FC4-84A1-1A4ED10B4394}"/>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11" name="Footer Placeholder 4">
            <a:extLst>
              <a:ext uri="{FF2B5EF4-FFF2-40B4-BE49-F238E27FC236}">
                <a16:creationId xmlns:a16="http://schemas.microsoft.com/office/drawing/2014/main" id="{B7AD4746-9DC7-13F7-934E-B03E9B5986C1}"/>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27" name="SmartArt Placeholder 1">
            <a:extLst>
              <a:ext uri="{FF2B5EF4-FFF2-40B4-BE49-F238E27FC236}">
                <a16:creationId xmlns:a16="http://schemas.microsoft.com/office/drawing/2014/main" id="{AB4A304E-68FB-0CDC-9A6B-0CA3E57E4B28}"/>
              </a:ext>
            </a:extLst>
          </p:cNvPr>
          <p:cNvSpPr>
            <a:spLocks noGrp="1"/>
          </p:cNvSpPr>
          <p:nvPr>
            <p:ph type="dgm" sz="quarter" idx="23"/>
          </p:nvPr>
        </p:nvSpPr>
        <p:spPr>
          <a:xfrm>
            <a:off x="6457201" y="1836498"/>
            <a:ext cx="5374797" cy="4517502"/>
          </a:xfrm>
          <a:prstGeom prst="rect">
            <a:avLst/>
          </a:prstGeom>
        </p:spPr>
        <p:txBody>
          <a:bodyPr lIns="0" tIns="0" rIns="0" bIns="0" anchor="ctr" anchorCtr="0"/>
          <a:lstStyle>
            <a:lvl1pPr marL="0" indent="0" algn="ctr">
              <a:buNone/>
              <a:defRPr lang="en-US" sz="1200" kern="1200">
                <a:solidFill>
                  <a:schemeClr val="accent5"/>
                </a:solidFill>
                <a:latin typeface="+mn-lt"/>
                <a:ea typeface="+mn-ea"/>
                <a:cs typeface="+mn-cs"/>
              </a:defRPr>
            </a:lvl1pPr>
          </a:lstStyle>
          <a:p>
            <a:endParaRPr lang="en-US"/>
          </a:p>
        </p:txBody>
      </p:sp>
      <p:cxnSp>
        <p:nvCxnSpPr>
          <p:cNvPr id="2" name="Straight Connector 1">
            <a:extLst>
              <a:ext uri="{FF2B5EF4-FFF2-40B4-BE49-F238E27FC236}">
                <a16:creationId xmlns:a16="http://schemas.microsoft.com/office/drawing/2014/main" id="{08BE6983-A079-D5D8-1F9F-DF09796DBA9E}"/>
              </a:ext>
            </a:extLst>
          </p:cNvPr>
          <p:cNvCxnSpPr>
            <a:cxnSpLocks noGrp="1" noRot="1" noMove="1" noResize="1" noEditPoints="1" noAdjustHandles="1" noChangeArrowheads="1" noChangeShapeType="1"/>
          </p:cNvCxnSpPr>
          <p:nvPr userDrawn="1"/>
        </p:nvCxnSpPr>
        <p:spPr>
          <a:xfrm>
            <a:off x="6096000" y="1842247"/>
            <a:ext cx="0" cy="4521795"/>
          </a:xfrm>
          <a:prstGeom prst="line">
            <a:avLst/>
          </a:prstGeom>
          <a:ln>
            <a:solidFill>
              <a:schemeClr val="tx2"/>
            </a:solidFill>
          </a:ln>
        </p:spPr>
        <p:style>
          <a:lnRef idx="3">
            <a:schemeClr val="dk1"/>
          </a:lnRef>
          <a:fillRef idx="0">
            <a:schemeClr val="dk1"/>
          </a:fillRef>
          <a:effectRef idx="2">
            <a:schemeClr val="dk1"/>
          </a:effectRef>
          <a:fontRef idx="minor">
            <a:schemeClr val="tx1"/>
          </a:fontRef>
        </p:style>
      </p:cxnSp>
      <p:sp>
        <p:nvSpPr>
          <p:cNvPr id="25" name="Text Placeholder 2">
            <a:extLst>
              <a:ext uri="{FF2B5EF4-FFF2-40B4-BE49-F238E27FC236}">
                <a16:creationId xmlns:a16="http://schemas.microsoft.com/office/drawing/2014/main" id="{0DDF0EAE-985C-CC15-F982-4D4F4C119B8B}"/>
              </a:ext>
            </a:extLst>
          </p:cNvPr>
          <p:cNvSpPr>
            <a:spLocks noGrp="1"/>
          </p:cNvSpPr>
          <p:nvPr>
            <p:ph type="body" sz="quarter" idx="20"/>
          </p:nvPr>
        </p:nvSpPr>
        <p:spPr>
          <a:xfrm>
            <a:off x="764307" y="2593372"/>
            <a:ext cx="4703044" cy="246221"/>
          </a:xfrm>
          <a:prstGeom prst="rect">
            <a:avLst/>
          </a:prstGeom>
        </p:spPr>
        <p:txBody>
          <a:bodyPr wrap="square" lIns="0" tIns="0" rIns="0" bIns="0">
            <a:spAutoFit/>
          </a:bodyPr>
          <a:lstStyle>
            <a:lvl1pPr marL="284400" indent="-284400">
              <a:lnSpc>
                <a:spcPct val="100000"/>
              </a:lnSpc>
              <a:spcBef>
                <a:spcPts val="0"/>
              </a:spcBef>
              <a:spcAft>
                <a:spcPts val="1200"/>
              </a:spcAft>
              <a:defRPr lang="en-US" sz="1600" kern="1200" dirty="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6" name="Text Placeholder 1">
            <a:extLst>
              <a:ext uri="{FF2B5EF4-FFF2-40B4-BE49-F238E27FC236}">
                <a16:creationId xmlns:a16="http://schemas.microsoft.com/office/drawing/2014/main" id="{DB060B3C-2AF3-1D3D-DE28-9841D46F83B7}"/>
              </a:ext>
            </a:extLst>
          </p:cNvPr>
          <p:cNvSpPr>
            <a:spLocks noGrp="1"/>
          </p:cNvSpPr>
          <p:nvPr>
            <p:ph type="body" sz="quarter" idx="19" hasCustomPrompt="1"/>
          </p:nvPr>
        </p:nvSpPr>
        <p:spPr>
          <a:xfrm>
            <a:off x="569258" y="1810870"/>
            <a:ext cx="5056086" cy="455855"/>
          </a:xfrm>
          <a:prstGeom prst="roundRect">
            <a:avLst/>
          </a:prstGeom>
          <a:solidFill>
            <a:schemeClr val="tx2"/>
          </a:solidFill>
        </p:spPr>
        <p:txBody>
          <a:bodyPr wrap="square" lIns="0" tIns="0" rIns="0" bIns="0" anchor="ctr" anchorCtr="0">
            <a:noAutofit/>
          </a:bodyPr>
          <a:lstStyle>
            <a:lvl1pPr marL="0" indent="0" algn="ctr">
              <a:buNone/>
              <a:defRPr lang="en-US" sz="1800" kern="1200" dirty="0">
                <a:solidFill>
                  <a:schemeClr val="lt1"/>
                </a:solidFill>
                <a:latin typeface="+mn-lt"/>
                <a:ea typeface="+mn-ea"/>
                <a:cs typeface="+mn-cs"/>
              </a:defRPr>
            </a:lvl1pPr>
            <a:lvl2pPr>
              <a:defRPr lang="en-GB" sz="1600" b="1" kern="1200" dirty="0" smtClean="0">
                <a:solidFill>
                  <a:srgbClr val="012169"/>
                </a:solidFill>
                <a:latin typeface="+mn-lt"/>
                <a:ea typeface="+mn-ea"/>
                <a:cs typeface="+mn-cs"/>
              </a:defRPr>
            </a:lvl2pPr>
            <a:lvl3pPr>
              <a:defRPr lang="en-GB" sz="1600" b="1" kern="1200" dirty="0" smtClean="0">
                <a:solidFill>
                  <a:srgbClr val="012169"/>
                </a:solidFill>
                <a:latin typeface="+mn-lt"/>
                <a:ea typeface="+mn-ea"/>
                <a:cs typeface="+mn-cs"/>
              </a:defRPr>
            </a:lvl3pPr>
            <a:lvl4pPr>
              <a:defRPr lang="en-GB" sz="1600" b="1" kern="1200" dirty="0" smtClean="0">
                <a:solidFill>
                  <a:srgbClr val="012169"/>
                </a:solidFill>
                <a:latin typeface="+mn-lt"/>
                <a:ea typeface="+mn-ea"/>
                <a:cs typeface="+mn-cs"/>
              </a:defRPr>
            </a:lvl4pPr>
            <a:lvl5pPr>
              <a:defRPr lang="en-US" sz="1600" b="1" kern="1200" dirty="0">
                <a:solidFill>
                  <a:srgbClr val="012169"/>
                </a:solidFill>
                <a:latin typeface="+mn-lt"/>
                <a:ea typeface="+mn-ea"/>
                <a:cs typeface="+mn-cs"/>
              </a:defRPr>
            </a:lvl5pPr>
          </a:lstStyle>
          <a:p>
            <a:pPr lvl="0"/>
            <a:r>
              <a:rPr lang="en-GB"/>
              <a:t>Click to edit Master header</a:t>
            </a:r>
            <a:endParaRPr lang="en-US"/>
          </a:p>
        </p:txBody>
      </p:sp>
      <p:sp>
        <p:nvSpPr>
          <p:cNvPr id="8" name="Rectangle 7">
            <a:extLst>
              <a:ext uri="{FF2B5EF4-FFF2-40B4-BE49-F238E27FC236}">
                <a16:creationId xmlns:a16="http://schemas.microsoft.com/office/drawing/2014/main" id="{FBDF5227-C3B1-EA22-D494-37A10E8E90DC}"/>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Placeholder 8">
            <a:extLst>
              <a:ext uri="{FF2B5EF4-FFF2-40B4-BE49-F238E27FC236}">
                <a16:creationId xmlns:a16="http://schemas.microsoft.com/office/drawing/2014/main" id="{FF5C7240-BC70-F047-76C1-F4F895E6FAF1}"/>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9" name="Title Placeholder 2">
            <a:extLst>
              <a:ext uri="{FF2B5EF4-FFF2-40B4-BE49-F238E27FC236}">
                <a16:creationId xmlns:a16="http://schemas.microsoft.com/office/drawing/2014/main" id="{780DEBAF-6038-2055-ABB1-098B08B55559}"/>
              </a:ext>
            </a:extLst>
          </p:cNvPr>
          <p:cNvSpPr>
            <a:spLocks noGrp="1" noRot="1" noMove="1" noResize="1" noEditPoints="1" noAdjustHandles="1" noChangeArrowheads="1" noChangeShapeType="1"/>
          </p:cNvSpPr>
          <p:nvPr>
            <p:ph type="title" hasCustomPrompt="1"/>
          </p:nvPr>
        </p:nvSpPr>
        <p:spPr>
          <a:xfrm>
            <a:off x="4105656" y="504000"/>
            <a:ext cx="7618405"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2508170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xample icon and text 1">
    <p:spTree>
      <p:nvGrpSpPr>
        <p:cNvPr id="1" name=""/>
        <p:cNvGrpSpPr/>
        <p:nvPr/>
      </p:nvGrpSpPr>
      <p:grpSpPr>
        <a:xfrm>
          <a:off x="0" y="0"/>
          <a:ext cx="0" cy="0"/>
          <a:chOff x="0" y="0"/>
          <a:chExt cx="0" cy="0"/>
        </a:xfrm>
      </p:grpSpPr>
      <p:sp>
        <p:nvSpPr>
          <p:cNvPr id="45" name="Slide Number Placeholder 5">
            <a:extLst>
              <a:ext uri="{FF2B5EF4-FFF2-40B4-BE49-F238E27FC236}">
                <a16:creationId xmlns:a16="http://schemas.microsoft.com/office/drawing/2014/main" id="{B9C17506-8579-8975-52FC-81F63B6B15FF}"/>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44" name="Footer Placeholder 4">
            <a:extLst>
              <a:ext uri="{FF2B5EF4-FFF2-40B4-BE49-F238E27FC236}">
                <a16:creationId xmlns:a16="http://schemas.microsoft.com/office/drawing/2014/main" id="{0708DEB4-A3E4-C135-CC90-1E47C78A74F4}"/>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cxnSp>
        <p:nvCxnSpPr>
          <p:cNvPr id="14" name="Straight Connector 3">
            <a:extLst>
              <a:ext uri="{FF2B5EF4-FFF2-40B4-BE49-F238E27FC236}">
                <a16:creationId xmlns:a16="http://schemas.microsoft.com/office/drawing/2014/main" id="{2FEB0E83-A665-4F42-2656-A6DE1D1E7DBA}"/>
              </a:ext>
            </a:extLst>
          </p:cNvPr>
          <p:cNvCxnSpPr>
            <a:cxnSpLocks noGrp="1" noRot="1" noMove="1" noResize="1" noEditPoints="1" noAdjustHandles="1" noChangeArrowheads="1" noChangeShapeType="1"/>
          </p:cNvCxnSpPr>
          <p:nvPr userDrawn="1"/>
        </p:nvCxnSpPr>
        <p:spPr>
          <a:xfrm>
            <a:off x="367200" y="6334344"/>
            <a:ext cx="11340000" cy="0"/>
          </a:xfrm>
          <a:prstGeom prst="line">
            <a:avLst/>
          </a:prstGeom>
          <a:ln w="95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38" name="Text Placeholder 6">
            <a:extLst>
              <a:ext uri="{FF2B5EF4-FFF2-40B4-BE49-F238E27FC236}">
                <a16:creationId xmlns:a16="http://schemas.microsoft.com/office/drawing/2014/main" id="{7A388780-0C1E-734B-FF34-87D783F10E46}"/>
              </a:ext>
            </a:extLst>
          </p:cNvPr>
          <p:cNvSpPr>
            <a:spLocks noGrp="1"/>
          </p:cNvSpPr>
          <p:nvPr>
            <p:ph type="body" sz="quarter" idx="24"/>
          </p:nvPr>
        </p:nvSpPr>
        <p:spPr>
          <a:xfrm>
            <a:off x="3255662" y="5395920"/>
            <a:ext cx="7996521" cy="276999"/>
          </a:xfrm>
          <a:prstGeom prst="rect">
            <a:avLst/>
          </a:prstGeom>
        </p:spPr>
        <p:txBody>
          <a:bodyPr wrap="square" lIns="0" tIns="0" rIns="0" bIns="0" anchor="ctr" anchorCtr="0">
            <a:spAutoFit/>
          </a:bodyPr>
          <a:lstStyle>
            <a:lvl1pPr marL="284400" indent="-284400">
              <a:lnSpc>
                <a:spcPct val="100000"/>
              </a:lnSpc>
              <a:spcBef>
                <a:spcPts val="0"/>
              </a:spcBef>
              <a:spcAft>
                <a:spcPts val="1200"/>
              </a:spcAft>
              <a:defRPr lang="en-US" sz="1800" kern="1200" dirty="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39" name="Text Placeholder 5">
            <a:extLst>
              <a:ext uri="{FF2B5EF4-FFF2-40B4-BE49-F238E27FC236}">
                <a16:creationId xmlns:a16="http://schemas.microsoft.com/office/drawing/2014/main" id="{8F76C1C6-4B2C-0DCF-2CC2-9B8AE2C74346}"/>
              </a:ext>
            </a:extLst>
          </p:cNvPr>
          <p:cNvSpPr>
            <a:spLocks noGrp="1"/>
          </p:cNvSpPr>
          <p:nvPr>
            <p:ph type="body" sz="quarter" idx="25"/>
          </p:nvPr>
        </p:nvSpPr>
        <p:spPr>
          <a:xfrm>
            <a:off x="537881" y="5021419"/>
            <a:ext cx="2532530" cy="1026000"/>
          </a:xfrm>
          <a:prstGeom prst="roundRect">
            <a:avLst/>
          </a:prstGeom>
          <a:solidFill>
            <a:schemeClr val="tx2"/>
          </a:solidFill>
        </p:spPr>
        <p:txBody>
          <a:bodyPr lIns="827999" tIns="0" rIns="90000" bIns="0" anchor="ctr" anchorCtr="0"/>
          <a:lstStyle>
            <a:lvl1pPr marL="0" indent="0">
              <a:lnSpc>
                <a:spcPct val="95000"/>
              </a:lnSpc>
              <a:spcBef>
                <a:spcPts val="0"/>
              </a:spcBef>
              <a:spcAft>
                <a:spcPts val="600"/>
              </a:spcAft>
              <a:buNone/>
              <a:defRPr lang="en-GB" sz="1800" b="1" kern="1200" dirty="0" smtClean="0">
                <a:solidFill>
                  <a:schemeClr val="bg1"/>
                </a:solidFill>
                <a:latin typeface="+mn-lt"/>
                <a:ea typeface="+mn-ea"/>
                <a:cs typeface="+mn-cs"/>
              </a:defRPr>
            </a:lvl1pPr>
            <a:lvl2pPr marL="284400" indent="-284400">
              <a:lnSpc>
                <a:spcPct val="100000"/>
              </a:lnSpc>
              <a:spcBef>
                <a:spcPts val="0"/>
              </a:spcBef>
              <a:spcAft>
                <a:spcPts val="600"/>
              </a:spcAft>
              <a:defRPr sz="1600">
                <a:solidFill>
                  <a:schemeClr val="bg1"/>
                </a:solidFill>
              </a:defRPr>
            </a:lvl2pPr>
            <a:lvl3pPr>
              <a:defRPr sz="1600"/>
            </a:lvl3pPr>
            <a:lvl4pPr>
              <a:defRPr sz="1600"/>
            </a:lvl4pPr>
            <a:lvl5pPr>
              <a:defRPr sz="1600"/>
            </a:lvl5pPr>
          </a:lstStyle>
          <a:p>
            <a:pPr lvl="0"/>
            <a:r>
              <a:rPr lang="en-GB"/>
              <a:t>Click to edit Master text</a:t>
            </a:r>
          </a:p>
        </p:txBody>
      </p:sp>
      <p:sp>
        <p:nvSpPr>
          <p:cNvPr id="40" name="Picture Placeholder 3">
            <a:extLst>
              <a:ext uri="{FF2B5EF4-FFF2-40B4-BE49-F238E27FC236}">
                <a16:creationId xmlns:a16="http://schemas.microsoft.com/office/drawing/2014/main" id="{0E66B355-7B88-4035-5471-D1DFCCD6BCFE}"/>
              </a:ext>
            </a:extLst>
          </p:cNvPr>
          <p:cNvSpPr>
            <a:spLocks noGrp="1"/>
          </p:cNvSpPr>
          <p:nvPr>
            <p:ph type="pic" sz="quarter" idx="26" hasCustomPrompt="1"/>
          </p:nvPr>
        </p:nvSpPr>
        <p:spPr>
          <a:xfrm>
            <a:off x="627258" y="5097046"/>
            <a:ext cx="708784" cy="878408"/>
          </a:xfrm>
          <a:prstGeom prst="rect">
            <a:avLst/>
          </a:prstGeom>
          <a:noFill/>
        </p:spPr>
        <p:txBody>
          <a:bodyPr lIns="0" tIns="0" rIns="0" bIns="0" anchor="ctr" anchorCtr="0"/>
          <a:lstStyle>
            <a:lvl1pPr marL="0" indent="0" algn="ctr">
              <a:buNone/>
              <a:defRPr sz="1000">
                <a:solidFill>
                  <a:srgbClr val="D02F7C"/>
                </a:solidFill>
              </a:defRPr>
            </a:lvl1pPr>
          </a:lstStyle>
          <a:p>
            <a:r>
              <a:rPr lang="en-US"/>
              <a:t>Click to place icon</a:t>
            </a:r>
          </a:p>
        </p:txBody>
      </p:sp>
      <p:cxnSp>
        <p:nvCxnSpPr>
          <p:cNvPr id="13" name="Straight Connector 2">
            <a:extLst>
              <a:ext uri="{FF2B5EF4-FFF2-40B4-BE49-F238E27FC236}">
                <a16:creationId xmlns:a16="http://schemas.microsoft.com/office/drawing/2014/main" id="{23000480-EA21-3B7D-25C7-42525B61BE34}"/>
              </a:ext>
            </a:extLst>
          </p:cNvPr>
          <p:cNvCxnSpPr>
            <a:cxnSpLocks noGrp="1" noRot="1" noMove="1" noResize="1" noEditPoints="1" noAdjustHandles="1" noChangeArrowheads="1" noChangeShapeType="1"/>
          </p:cNvCxnSpPr>
          <p:nvPr userDrawn="1"/>
        </p:nvCxnSpPr>
        <p:spPr>
          <a:xfrm>
            <a:off x="367200" y="4740868"/>
            <a:ext cx="11340000" cy="0"/>
          </a:xfrm>
          <a:prstGeom prst="line">
            <a:avLst/>
          </a:prstGeom>
          <a:ln w="95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35" name="Text Placeholder 4">
            <a:extLst>
              <a:ext uri="{FF2B5EF4-FFF2-40B4-BE49-F238E27FC236}">
                <a16:creationId xmlns:a16="http://schemas.microsoft.com/office/drawing/2014/main" id="{CA83351C-C32B-FF19-4AA4-536F9F2A85AE}"/>
              </a:ext>
            </a:extLst>
          </p:cNvPr>
          <p:cNvSpPr>
            <a:spLocks noGrp="1"/>
          </p:cNvSpPr>
          <p:nvPr>
            <p:ph type="body" sz="quarter" idx="21"/>
          </p:nvPr>
        </p:nvSpPr>
        <p:spPr>
          <a:xfrm>
            <a:off x="3255662" y="3807752"/>
            <a:ext cx="7996521" cy="276999"/>
          </a:xfrm>
          <a:prstGeom prst="rect">
            <a:avLst/>
          </a:prstGeom>
        </p:spPr>
        <p:txBody>
          <a:bodyPr wrap="square" lIns="0" tIns="0" rIns="0" bIns="0" anchor="ctr" anchorCtr="0">
            <a:spAutoFit/>
          </a:bodyPr>
          <a:lstStyle>
            <a:lvl1pPr marL="284400" indent="-284400">
              <a:lnSpc>
                <a:spcPct val="100000"/>
              </a:lnSpc>
              <a:spcBef>
                <a:spcPts val="0"/>
              </a:spcBef>
              <a:spcAft>
                <a:spcPts val="1200"/>
              </a:spcAft>
              <a:defRPr lang="en-US" sz="1800" kern="1200" dirty="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36" name="Text Placeholder 3">
            <a:extLst>
              <a:ext uri="{FF2B5EF4-FFF2-40B4-BE49-F238E27FC236}">
                <a16:creationId xmlns:a16="http://schemas.microsoft.com/office/drawing/2014/main" id="{2510443C-95B1-C730-80BF-853387A908F7}"/>
              </a:ext>
            </a:extLst>
          </p:cNvPr>
          <p:cNvSpPr>
            <a:spLocks noGrp="1"/>
          </p:cNvSpPr>
          <p:nvPr>
            <p:ph type="body" sz="quarter" idx="22"/>
          </p:nvPr>
        </p:nvSpPr>
        <p:spPr>
          <a:xfrm>
            <a:off x="537881" y="3433251"/>
            <a:ext cx="2532530" cy="1026000"/>
          </a:xfrm>
          <a:prstGeom prst="roundRect">
            <a:avLst/>
          </a:prstGeom>
          <a:solidFill>
            <a:schemeClr val="tx2"/>
          </a:solidFill>
        </p:spPr>
        <p:txBody>
          <a:bodyPr lIns="827999" tIns="0" rIns="90000" bIns="0" anchor="ctr" anchorCtr="0"/>
          <a:lstStyle>
            <a:lvl1pPr marL="0" indent="0">
              <a:lnSpc>
                <a:spcPct val="95000"/>
              </a:lnSpc>
              <a:spcBef>
                <a:spcPts val="0"/>
              </a:spcBef>
              <a:spcAft>
                <a:spcPts val="600"/>
              </a:spcAft>
              <a:buNone/>
              <a:defRPr lang="en-GB" sz="1800" b="1" kern="1200" dirty="0" smtClean="0">
                <a:solidFill>
                  <a:schemeClr val="bg1"/>
                </a:solidFill>
                <a:latin typeface="+mn-lt"/>
                <a:ea typeface="+mn-ea"/>
                <a:cs typeface="+mn-cs"/>
              </a:defRPr>
            </a:lvl1pPr>
            <a:lvl2pPr marL="284400" indent="-284400">
              <a:lnSpc>
                <a:spcPct val="100000"/>
              </a:lnSpc>
              <a:spcBef>
                <a:spcPts val="0"/>
              </a:spcBef>
              <a:spcAft>
                <a:spcPts val="600"/>
              </a:spcAft>
              <a:defRPr sz="1600">
                <a:solidFill>
                  <a:schemeClr val="bg1"/>
                </a:solidFill>
              </a:defRPr>
            </a:lvl2pPr>
            <a:lvl3pPr>
              <a:defRPr sz="1600"/>
            </a:lvl3pPr>
            <a:lvl4pPr>
              <a:defRPr sz="1600"/>
            </a:lvl4pPr>
            <a:lvl5pPr>
              <a:defRPr sz="1600"/>
            </a:lvl5pPr>
          </a:lstStyle>
          <a:p>
            <a:pPr lvl="0"/>
            <a:r>
              <a:rPr lang="en-GB"/>
              <a:t>Click to edit Master text</a:t>
            </a:r>
          </a:p>
        </p:txBody>
      </p:sp>
      <p:sp>
        <p:nvSpPr>
          <p:cNvPr id="37" name="Picture Placeholder 2">
            <a:extLst>
              <a:ext uri="{FF2B5EF4-FFF2-40B4-BE49-F238E27FC236}">
                <a16:creationId xmlns:a16="http://schemas.microsoft.com/office/drawing/2014/main" id="{3CE9F517-024D-0D74-D269-83DA2D17C15D}"/>
              </a:ext>
            </a:extLst>
          </p:cNvPr>
          <p:cNvSpPr>
            <a:spLocks noGrp="1"/>
          </p:cNvSpPr>
          <p:nvPr>
            <p:ph type="pic" sz="quarter" idx="23" hasCustomPrompt="1"/>
          </p:nvPr>
        </p:nvSpPr>
        <p:spPr>
          <a:xfrm>
            <a:off x="627258" y="3508878"/>
            <a:ext cx="708784" cy="878408"/>
          </a:xfrm>
          <a:prstGeom prst="rect">
            <a:avLst/>
          </a:prstGeom>
          <a:noFill/>
        </p:spPr>
        <p:txBody>
          <a:bodyPr lIns="0" tIns="0" rIns="0" bIns="0" anchor="ctr" anchorCtr="0"/>
          <a:lstStyle>
            <a:lvl1pPr marL="0" indent="0" algn="ctr">
              <a:buNone/>
              <a:defRPr sz="1000">
                <a:solidFill>
                  <a:srgbClr val="D02F7C"/>
                </a:solidFill>
              </a:defRPr>
            </a:lvl1pPr>
          </a:lstStyle>
          <a:p>
            <a:r>
              <a:rPr lang="en-US"/>
              <a:t>Click to place icon</a:t>
            </a:r>
          </a:p>
        </p:txBody>
      </p:sp>
      <p:cxnSp>
        <p:nvCxnSpPr>
          <p:cNvPr id="11" name="Straight Connector 1">
            <a:extLst>
              <a:ext uri="{FF2B5EF4-FFF2-40B4-BE49-F238E27FC236}">
                <a16:creationId xmlns:a16="http://schemas.microsoft.com/office/drawing/2014/main" id="{1033842E-FE73-A8AE-3074-E0DD4F678CC3}"/>
              </a:ext>
            </a:extLst>
          </p:cNvPr>
          <p:cNvCxnSpPr>
            <a:cxnSpLocks noGrp="1" noRot="1" noMove="1" noResize="1" noEditPoints="1" noAdjustHandles="1" noChangeArrowheads="1" noChangeShapeType="1"/>
          </p:cNvCxnSpPr>
          <p:nvPr userDrawn="1"/>
        </p:nvCxnSpPr>
        <p:spPr>
          <a:xfrm>
            <a:off x="367200" y="3147392"/>
            <a:ext cx="11340000" cy="0"/>
          </a:xfrm>
          <a:prstGeom prst="line">
            <a:avLst/>
          </a:prstGeom>
          <a:ln w="9525">
            <a:solidFill>
              <a:schemeClr val="tx2"/>
            </a:solidFill>
            <a:prstDash val="sysDash"/>
          </a:ln>
        </p:spPr>
        <p:style>
          <a:lnRef idx="1">
            <a:schemeClr val="accent1"/>
          </a:lnRef>
          <a:fillRef idx="0">
            <a:schemeClr val="accent1"/>
          </a:fillRef>
          <a:effectRef idx="0">
            <a:schemeClr val="accent1"/>
          </a:effectRef>
          <a:fontRef idx="minor">
            <a:schemeClr val="tx1"/>
          </a:fontRef>
        </p:style>
      </p:cxnSp>
      <p:sp>
        <p:nvSpPr>
          <p:cNvPr id="29" name="Text Placeholder 2">
            <a:extLst>
              <a:ext uri="{FF2B5EF4-FFF2-40B4-BE49-F238E27FC236}">
                <a16:creationId xmlns:a16="http://schemas.microsoft.com/office/drawing/2014/main" id="{25BD43C2-5E65-024F-F2D7-1623C84E025D}"/>
              </a:ext>
            </a:extLst>
          </p:cNvPr>
          <p:cNvSpPr>
            <a:spLocks noGrp="1"/>
          </p:cNvSpPr>
          <p:nvPr>
            <p:ph type="body" sz="quarter" idx="20"/>
          </p:nvPr>
        </p:nvSpPr>
        <p:spPr>
          <a:xfrm>
            <a:off x="3255662" y="2211755"/>
            <a:ext cx="7996521" cy="276999"/>
          </a:xfrm>
          <a:prstGeom prst="rect">
            <a:avLst/>
          </a:prstGeom>
        </p:spPr>
        <p:txBody>
          <a:bodyPr wrap="square" lIns="0" tIns="0" rIns="0" bIns="0" anchor="ctr" anchorCtr="0">
            <a:spAutoFit/>
          </a:bodyPr>
          <a:lstStyle>
            <a:lvl1pPr marL="284400" indent="-284400">
              <a:lnSpc>
                <a:spcPct val="100000"/>
              </a:lnSpc>
              <a:spcBef>
                <a:spcPts val="0"/>
              </a:spcBef>
              <a:spcAft>
                <a:spcPts val="1200"/>
              </a:spcAft>
              <a:defRPr lang="en-US" sz="1800" kern="1200" dirty="0">
                <a:solidFill>
                  <a:schemeClr val="tx1"/>
                </a:solidFill>
                <a:latin typeface="+mn-lt"/>
                <a:ea typeface="+mn-ea"/>
                <a:cs typeface="+mn-cs"/>
              </a:defRPr>
            </a:lvl1pPr>
            <a:lvl2pPr>
              <a:defRPr lang="en-GB" sz="1400" kern="1200" dirty="0" smtClean="0">
                <a:solidFill>
                  <a:schemeClr val="tx1"/>
                </a:solidFill>
                <a:latin typeface="+mn-lt"/>
                <a:ea typeface="+mn-ea"/>
                <a:cs typeface="+mn-cs"/>
              </a:defRPr>
            </a:lvl2pPr>
            <a:lvl3pPr>
              <a:defRPr lang="en-GB" sz="1400" kern="1200" dirty="0" smtClean="0">
                <a:solidFill>
                  <a:schemeClr val="tx1"/>
                </a:solidFill>
                <a:latin typeface="+mn-lt"/>
                <a:ea typeface="+mn-ea"/>
                <a:cs typeface="+mn-cs"/>
              </a:defRPr>
            </a:lvl3pPr>
            <a:lvl4pPr>
              <a:defRPr lang="en-GB" sz="1400" kern="1200" dirty="0" smtClean="0">
                <a:solidFill>
                  <a:schemeClr val="tx1"/>
                </a:solidFill>
                <a:latin typeface="+mn-lt"/>
                <a:ea typeface="+mn-ea"/>
                <a:cs typeface="+mn-cs"/>
              </a:defRPr>
            </a:lvl4pPr>
            <a:lvl5pPr>
              <a:defRPr lang="en-US" sz="1400" kern="1200" dirty="0">
                <a:solidFill>
                  <a:schemeClr val="tx1"/>
                </a:solidFill>
                <a:latin typeface="+mn-lt"/>
                <a:ea typeface="+mn-ea"/>
                <a:cs typeface="+mn-cs"/>
              </a:defRPr>
            </a:lvl5pPr>
          </a:lstStyle>
          <a:p>
            <a:pPr lvl="0"/>
            <a:r>
              <a:rPr lang="en-GB"/>
              <a:t>Click to edit Master text styles</a:t>
            </a:r>
            <a:endParaRPr lang="en-US"/>
          </a:p>
        </p:txBody>
      </p:sp>
      <p:sp>
        <p:nvSpPr>
          <p:cNvPr id="30" name="Text Placeholder 1">
            <a:extLst>
              <a:ext uri="{FF2B5EF4-FFF2-40B4-BE49-F238E27FC236}">
                <a16:creationId xmlns:a16="http://schemas.microsoft.com/office/drawing/2014/main" id="{AF4A1666-ED29-F94C-EA0C-CAB8204D3ACA}"/>
              </a:ext>
            </a:extLst>
          </p:cNvPr>
          <p:cNvSpPr>
            <a:spLocks noGrp="1"/>
          </p:cNvSpPr>
          <p:nvPr>
            <p:ph type="body" sz="quarter" idx="16"/>
          </p:nvPr>
        </p:nvSpPr>
        <p:spPr>
          <a:xfrm>
            <a:off x="537881" y="1837254"/>
            <a:ext cx="2532530" cy="1026000"/>
          </a:xfrm>
          <a:prstGeom prst="roundRect">
            <a:avLst/>
          </a:prstGeom>
          <a:solidFill>
            <a:schemeClr val="tx2"/>
          </a:solidFill>
        </p:spPr>
        <p:txBody>
          <a:bodyPr lIns="827999" tIns="0" rIns="90000" bIns="0" anchor="ctr" anchorCtr="0"/>
          <a:lstStyle>
            <a:lvl1pPr marL="0" indent="0">
              <a:lnSpc>
                <a:spcPct val="95000"/>
              </a:lnSpc>
              <a:spcBef>
                <a:spcPts val="0"/>
              </a:spcBef>
              <a:spcAft>
                <a:spcPts val="600"/>
              </a:spcAft>
              <a:buNone/>
              <a:defRPr lang="en-GB" sz="1800" b="1" kern="1200" dirty="0" smtClean="0">
                <a:solidFill>
                  <a:schemeClr val="bg1"/>
                </a:solidFill>
                <a:latin typeface="+mn-lt"/>
                <a:ea typeface="+mn-ea"/>
                <a:cs typeface="+mn-cs"/>
              </a:defRPr>
            </a:lvl1pPr>
            <a:lvl2pPr marL="284400" indent="-284400">
              <a:lnSpc>
                <a:spcPct val="100000"/>
              </a:lnSpc>
              <a:spcBef>
                <a:spcPts val="0"/>
              </a:spcBef>
              <a:spcAft>
                <a:spcPts val="600"/>
              </a:spcAft>
              <a:defRPr sz="1600">
                <a:solidFill>
                  <a:schemeClr val="bg1"/>
                </a:solidFill>
              </a:defRPr>
            </a:lvl2pPr>
            <a:lvl3pPr>
              <a:defRPr sz="1600"/>
            </a:lvl3pPr>
            <a:lvl4pPr>
              <a:defRPr sz="1600"/>
            </a:lvl4pPr>
            <a:lvl5pPr>
              <a:defRPr sz="1600"/>
            </a:lvl5pPr>
          </a:lstStyle>
          <a:p>
            <a:pPr lvl="0"/>
            <a:r>
              <a:rPr lang="en-GB"/>
              <a:t>Click to edit Master text</a:t>
            </a:r>
          </a:p>
        </p:txBody>
      </p:sp>
      <p:sp>
        <p:nvSpPr>
          <p:cNvPr id="33" name="Picture Placeholder 1">
            <a:extLst>
              <a:ext uri="{FF2B5EF4-FFF2-40B4-BE49-F238E27FC236}">
                <a16:creationId xmlns:a16="http://schemas.microsoft.com/office/drawing/2014/main" id="{5C5FED16-432A-1305-B6EB-4CD0640437BA}"/>
              </a:ext>
            </a:extLst>
          </p:cNvPr>
          <p:cNvSpPr>
            <a:spLocks noGrp="1"/>
          </p:cNvSpPr>
          <p:nvPr>
            <p:ph type="pic" sz="quarter" idx="17" hasCustomPrompt="1"/>
          </p:nvPr>
        </p:nvSpPr>
        <p:spPr>
          <a:xfrm>
            <a:off x="627258" y="1912881"/>
            <a:ext cx="708784" cy="878408"/>
          </a:xfrm>
          <a:prstGeom prst="rect">
            <a:avLst/>
          </a:prstGeom>
          <a:noFill/>
        </p:spPr>
        <p:txBody>
          <a:bodyPr lIns="0" tIns="0" rIns="0" bIns="0" anchor="ctr" anchorCtr="0"/>
          <a:lstStyle>
            <a:lvl1pPr marL="0" indent="0" algn="ctr">
              <a:buNone/>
              <a:defRPr sz="1000">
                <a:solidFill>
                  <a:srgbClr val="D02F7C"/>
                </a:solidFill>
              </a:defRPr>
            </a:lvl1pPr>
          </a:lstStyle>
          <a:p>
            <a:r>
              <a:rPr lang="en-US"/>
              <a:t>Click to place icon</a:t>
            </a:r>
          </a:p>
        </p:txBody>
      </p:sp>
      <p:sp>
        <p:nvSpPr>
          <p:cNvPr id="41" name="Rectangle 40">
            <a:extLst>
              <a:ext uri="{FF2B5EF4-FFF2-40B4-BE49-F238E27FC236}">
                <a16:creationId xmlns:a16="http://schemas.microsoft.com/office/drawing/2014/main" id="{0F9218C3-5425-4781-DFD8-FD8BB8DB907D}"/>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 Placeholder 8">
            <a:extLst>
              <a:ext uri="{FF2B5EF4-FFF2-40B4-BE49-F238E27FC236}">
                <a16:creationId xmlns:a16="http://schemas.microsoft.com/office/drawing/2014/main" id="{29757ACF-BF1B-B2DE-15DF-32EA8A5349C4}"/>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42" name="Title Placeholder 2">
            <a:extLst>
              <a:ext uri="{FF2B5EF4-FFF2-40B4-BE49-F238E27FC236}">
                <a16:creationId xmlns:a16="http://schemas.microsoft.com/office/drawing/2014/main" id="{B67761A9-73CB-B603-1585-51146EA50366}"/>
              </a:ext>
            </a:extLst>
          </p:cNvPr>
          <p:cNvSpPr>
            <a:spLocks noGrp="1" noRot="1" noMove="1" noResize="1" noEditPoints="1" noAdjustHandles="1" noChangeArrowheads="1" noChangeShapeType="1"/>
          </p:cNvSpPr>
          <p:nvPr>
            <p:ph type="title" hasCustomPrompt="1"/>
          </p:nvPr>
        </p:nvSpPr>
        <p:spPr>
          <a:xfrm>
            <a:off x="4114800" y="504000"/>
            <a:ext cx="7609261"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2332157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xample icon and text 2">
    <p:spTree>
      <p:nvGrpSpPr>
        <p:cNvPr id="1" name=""/>
        <p:cNvGrpSpPr/>
        <p:nvPr/>
      </p:nvGrpSpPr>
      <p:grpSpPr>
        <a:xfrm>
          <a:off x="0" y="0"/>
          <a:ext cx="0" cy="0"/>
          <a:chOff x="0" y="0"/>
          <a:chExt cx="0" cy="0"/>
        </a:xfrm>
      </p:grpSpPr>
      <p:sp>
        <p:nvSpPr>
          <p:cNvPr id="49" name="Slide Number Placeholder 5">
            <a:extLst>
              <a:ext uri="{FF2B5EF4-FFF2-40B4-BE49-F238E27FC236}">
                <a16:creationId xmlns:a16="http://schemas.microsoft.com/office/drawing/2014/main" id="{BB9493E2-AB30-4E8D-01FB-ED3A6EF39A5E}"/>
              </a:ext>
            </a:extLst>
          </p:cNvPr>
          <p:cNvSpPr>
            <a:spLocks noGrp="1" noRot="1" noMove="1" noResize="1" noEditPoints="1" noAdjustHandles="1" noChangeArrowheads="1" noChangeShapeType="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lumMod val="75000"/>
                  </a:schemeClr>
                </a:solidFill>
              </a:defRPr>
            </a:lvl1pPr>
          </a:lstStyle>
          <a:p>
            <a:fld id="{318356DC-334E-1146-8C47-B0DA3BCDFCC3}" type="slidenum">
              <a:rPr lang="en-US" smtClean="0"/>
              <a:pPr/>
              <a:t>‹#›</a:t>
            </a:fld>
            <a:endParaRPr lang="en-US"/>
          </a:p>
        </p:txBody>
      </p:sp>
      <p:sp>
        <p:nvSpPr>
          <p:cNvPr id="48" name="Footer Placeholder 4">
            <a:extLst>
              <a:ext uri="{FF2B5EF4-FFF2-40B4-BE49-F238E27FC236}">
                <a16:creationId xmlns:a16="http://schemas.microsoft.com/office/drawing/2014/main" id="{7FC05237-CEA4-090B-5C6E-FCB92CA748CF}"/>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lumMod val="75000"/>
                  </a:schemeClr>
                </a:solidFill>
                <a:latin typeface="Arial" panose="020B0604020202020204" pitchFamily="34" charset="0"/>
                <a:ea typeface="+mn-ea"/>
                <a:cs typeface="Arial" panose="020B0604020202020204" pitchFamily="34" charset="0"/>
              </a:defRPr>
            </a:lvl1pPr>
          </a:lstStyle>
          <a:p>
            <a:r>
              <a:rPr lang="en-GB"/>
              <a:t>SENSITIVITY MARKING</a:t>
            </a:r>
          </a:p>
        </p:txBody>
      </p:sp>
      <p:sp>
        <p:nvSpPr>
          <p:cNvPr id="44" name="Text Placeholder 2">
            <a:extLst>
              <a:ext uri="{FF2B5EF4-FFF2-40B4-BE49-F238E27FC236}">
                <a16:creationId xmlns:a16="http://schemas.microsoft.com/office/drawing/2014/main" id="{676691FD-8AFD-D8E6-68B3-FD29BE116354}"/>
              </a:ext>
            </a:extLst>
          </p:cNvPr>
          <p:cNvSpPr>
            <a:spLocks noGrp="1"/>
          </p:cNvSpPr>
          <p:nvPr>
            <p:ph type="body" sz="quarter" idx="22"/>
          </p:nvPr>
        </p:nvSpPr>
        <p:spPr>
          <a:xfrm>
            <a:off x="6355978" y="4716000"/>
            <a:ext cx="5083200" cy="1565999"/>
          </a:xfrm>
          <a:prstGeom prst="roundRect">
            <a:avLst/>
          </a:prstGeom>
          <a:solidFill>
            <a:schemeClr val="bg2">
              <a:lumMod val="40000"/>
              <a:lumOff val="60000"/>
            </a:schemeClr>
          </a:solidFill>
          <a:ln>
            <a:solidFill>
              <a:schemeClr val="tx2"/>
            </a:solidFill>
          </a:ln>
        </p:spPr>
        <p:txBody>
          <a:bodyPr lIns="288000" tIns="216000" rIns="216000" bIns="72000"/>
          <a:lstStyle>
            <a:lvl1pPr marL="0" indent="0">
              <a:lnSpc>
                <a:spcPct val="100000"/>
              </a:lnSpc>
              <a:spcBef>
                <a:spcPts val="0"/>
              </a:spcBef>
              <a:spcAft>
                <a:spcPts val="600"/>
              </a:spcAft>
              <a:buNone/>
              <a:defRPr sz="1600">
                <a:solidFill>
                  <a:schemeClr val="tx1"/>
                </a:solidFill>
              </a:defRPr>
            </a:lvl1pPr>
            <a:lvl2pPr marL="284400" indent="-284400">
              <a:lnSpc>
                <a:spcPct val="100000"/>
              </a:lnSpc>
              <a:spcBef>
                <a:spcPts val="0"/>
              </a:spcBef>
              <a:spcAft>
                <a:spcPts val="600"/>
              </a:spcAft>
              <a:defRPr sz="1600"/>
            </a:lvl2pPr>
            <a:lvl3pPr>
              <a:defRPr sz="1600"/>
            </a:lvl3pPr>
            <a:lvl4pPr>
              <a:defRPr sz="1600"/>
            </a:lvl4pPr>
            <a:lvl5pPr>
              <a:defRPr sz="1600"/>
            </a:lvl5pPr>
          </a:lstStyle>
          <a:p>
            <a:pPr lvl="0"/>
            <a:r>
              <a:rPr lang="en-GB"/>
              <a:t>Click to edit Master text styles</a:t>
            </a:r>
            <a:endParaRPr lang="en-US"/>
          </a:p>
        </p:txBody>
      </p:sp>
      <p:sp>
        <p:nvSpPr>
          <p:cNvPr id="41" name="Text Placeholder 1">
            <a:extLst>
              <a:ext uri="{FF2B5EF4-FFF2-40B4-BE49-F238E27FC236}">
                <a16:creationId xmlns:a16="http://schemas.microsoft.com/office/drawing/2014/main" id="{6791F2DD-5D9A-CBD5-7D9E-84D57B5536FE}"/>
              </a:ext>
            </a:extLst>
          </p:cNvPr>
          <p:cNvSpPr>
            <a:spLocks noGrp="1"/>
          </p:cNvSpPr>
          <p:nvPr>
            <p:ph type="body" sz="quarter" idx="15"/>
          </p:nvPr>
        </p:nvSpPr>
        <p:spPr>
          <a:xfrm>
            <a:off x="752824" y="4716000"/>
            <a:ext cx="5083200" cy="1565999"/>
          </a:xfrm>
          <a:prstGeom prst="roundRect">
            <a:avLst/>
          </a:prstGeom>
          <a:solidFill>
            <a:schemeClr val="bg2">
              <a:lumMod val="40000"/>
              <a:lumOff val="60000"/>
            </a:schemeClr>
          </a:solidFill>
          <a:ln>
            <a:solidFill>
              <a:schemeClr val="tx2"/>
            </a:solidFill>
          </a:ln>
        </p:spPr>
        <p:txBody>
          <a:bodyPr lIns="288000" tIns="216000" rIns="216000" bIns="72000"/>
          <a:lstStyle>
            <a:lvl1pPr marL="0" indent="0">
              <a:lnSpc>
                <a:spcPct val="100000"/>
              </a:lnSpc>
              <a:spcBef>
                <a:spcPts val="0"/>
              </a:spcBef>
              <a:spcAft>
                <a:spcPts val="600"/>
              </a:spcAft>
              <a:buNone/>
              <a:defRPr sz="1600">
                <a:solidFill>
                  <a:schemeClr val="tx1"/>
                </a:solidFill>
              </a:defRPr>
            </a:lvl1pPr>
            <a:lvl2pPr marL="284400" indent="-284400">
              <a:lnSpc>
                <a:spcPct val="100000"/>
              </a:lnSpc>
              <a:spcBef>
                <a:spcPts val="0"/>
              </a:spcBef>
              <a:spcAft>
                <a:spcPts val="600"/>
              </a:spcAft>
              <a:defRPr sz="1600"/>
            </a:lvl2pPr>
            <a:lvl3pPr>
              <a:defRPr sz="1600"/>
            </a:lvl3pPr>
            <a:lvl4pPr>
              <a:defRPr sz="1600"/>
            </a:lvl4pPr>
            <a:lvl5pPr>
              <a:defRPr sz="1600"/>
            </a:lvl5pPr>
          </a:lstStyle>
          <a:p>
            <a:pPr lvl="0"/>
            <a:r>
              <a:rPr lang="en-GB"/>
              <a:t>Click to edit Master text styles</a:t>
            </a:r>
            <a:endParaRPr lang="en-US"/>
          </a:p>
        </p:txBody>
      </p:sp>
      <p:cxnSp>
        <p:nvCxnSpPr>
          <p:cNvPr id="3" name="Straight Arrow Connector 2">
            <a:extLst>
              <a:ext uri="{FF2B5EF4-FFF2-40B4-BE49-F238E27FC236}">
                <a16:creationId xmlns:a16="http://schemas.microsoft.com/office/drawing/2014/main" id="{7AF6920D-A27B-DFC6-46A7-3D4F3A79E647}"/>
              </a:ext>
            </a:extLst>
          </p:cNvPr>
          <p:cNvCxnSpPr>
            <a:cxnSpLocks/>
          </p:cNvCxnSpPr>
          <p:nvPr/>
        </p:nvCxnSpPr>
        <p:spPr>
          <a:xfrm>
            <a:off x="555361" y="3101266"/>
            <a:ext cx="11081279" cy="0"/>
          </a:xfrm>
          <a:prstGeom prst="straightConnector1">
            <a:avLst/>
          </a:prstGeom>
          <a:ln w="12700" cap="flat" cmpd="sng" algn="ctr">
            <a:solidFill>
              <a:schemeClr val="tx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2" name="Oval 4">
            <a:extLst>
              <a:ext uri="{FF2B5EF4-FFF2-40B4-BE49-F238E27FC236}">
                <a16:creationId xmlns:a16="http://schemas.microsoft.com/office/drawing/2014/main" id="{1C7426EE-1333-F01D-A323-4B9A5C943EED}"/>
              </a:ext>
            </a:extLst>
          </p:cNvPr>
          <p:cNvSpPr>
            <a:spLocks noChangeAspect="1"/>
          </p:cNvSpPr>
          <p:nvPr userDrawn="1"/>
        </p:nvSpPr>
        <p:spPr>
          <a:xfrm>
            <a:off x="9524341" y="2435266"/>
            <a:ext cx="1332000" cy="13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Picture Placeholder 4">
            <a:extLst>
              <a:ext uri="{FF2B5EF4-FFF2-40B4-BE49-F238E27FC236}">
                <a16:creationId xmlns:a16="http://schemas.microsoft.com/office/drawing/2014/main" id="{C1ECA2C2-CFA0-6CD8-D669-39A95ED44C99}"/>
              </a:ext>
            </a:extLst>
          </p:cNvPr>
          <p:cNvSpPr>
            <a:spLocks noGrp="1"/>
          </p:cNvSpPr>
          <p:nvPr>
            <p:ph type="pic" sz="quarter" idx="24" hasCustomPrompt="1"/>
          </p:nvPr>
        </p:nvSpPr>
        <p:spPr>
          <a:xfrm>
            <a:off x="9848341" y="2759266"/>
            <a:ext cx="684000" cy="684000"/>
          </a:xfrm>
          <a:prstGeom prst="rect">
            <a:avLst/>
          </a:prstGeom>
          <a:noFill/>
        </p:spPr>
        <p:txBody>
          <a:bodyPr lIns="0" tIns="0" rIns="0" bIns="0" anchor="ctr" anchorCtr="0"/>
          <a:lstStyle>
            <a:lvl1pPr marL="0" indent="0" algn="ctr">
              <a:buNone/>
              <a:defRPr sz="1000">
                <a:solidFill>
                  <a:srgbClr val="D02F7C"/>
                </a:solidFill>
              </a:defRPr>
            </a:lvl1pPr>
          </a:lstStyle>
          <a:p>
            <a:r>
              <a:rPr lang="en-US"/>
              <a:t>Click to place icon</a:t>
            </a:r>
          </a:p>
        </p:txBody>
      </p:sp>
      <p:sp>
        <p:nvSpPr>
          <p:cNvPr id="53" name="Oval 3">
            <a:extLst>
              <a:ext uri="{FF2B5EF4-FFF2-40B4-BE49-F238E27FC236}">
                <a16:creationId xmlns:a16="http://schemas.microsoft.com/office/drawing/2014/main" id="{CD3003A9-ED4B-D256-7D49-F73784E26871}"/>
              </a:ext>
            </a:extLst>
          </p:cNvPr>
          <p:cNvSpPr>
            <a:spLocks noChangeAspect="1"/>
          </p:cNvSpPr>
          <p:nvPr userDrawn="1"/>
        </p:nvSpPr>
        <p:spPr>
          <a:xfrm>
            <a:off x="6808148" y="2435266"/>
            <a:ext cx="1332000" cy="13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Picture Placeholder 3">
            <a:extLst>
              <a:ext uri="{FF2B5EF4-FFF2-40B4-BE49-F238E27FC236}">
                <a16:creationId xmlns:a16="http://schemas.microsoft.com/office/drawing/2014/main" id="{93019B69-1557-D66B-A564-CE75D535781A}"/>
              </a:ext>
            </a:extLst>
          </p:cNvPr>
          <p:cNvSpPr>
            <a:spLocks noGrp="1"/>
          </p:cNvSpPr>
          <p:nvPr>
            <p:ph type="pic" sz="quarter" idx="25" hasCustomPrompt="1"/>
          </p:nvPr>
        </p:nvSpPr>
        <p:spPr>
          <a:xfrm>
            <a:off x="7132148" y="2759266"/>
            <a:ext cx="684000" cy="684000"/>
          </a:xfrm>
          <a:prstGeom prst="rect">
            <a:avLst/>
          </a:prstGeom>
          <a:noFill/>
        </p:spPr>
        <p:txBody>
          <a:bodyPr lIns="0" tIns="0" rIns="0" bIns="0" anchor="ctr" anchorCtr="0"/>
          <a:lstStyle>
            <a:lvl1pPr marL="0" indent="0" algn="ctr">
              <a:buNone/>
              <a:defRPr sz="1000">
                <a:solidFill>
                  <a:srgbClr val="D02F7C"/>
                </a:solidFill>
              </a:defRPr>
            </a:lvl1pPr>
          </a:lstStyle>
          <a:p>
            <a:r>
              <a:rPr lang="en-US"/>
              <a:t>Click to place icon</a:t>
            </a:r>
          </a:p>
        </p:txBody>
      </p:sp>
      <p:sp>
        <p:nvSpPr>
          <p:cNvPr id="54" name="Oval 2">
            <a:extLst>
              <a:ext uri="{FF2B5EF4-FFF2-40B4-BE49-F238E27FC236}">
                <a16:creationId xmlns:a16="http://schemas.microsoft.com/office/drawing/2014/main" id="{8A8ACA49-DE03-B274-D830-F48226F73981}"/>
              </a:ext>
            </a:extLst>
          </p:cNvPr>
          <p:cNvSpPr>
            <a:spLocks noChangeAspect="1"/>
          </p:cNvSpPr>
          <p:nvPr userDrawn="1"/>
        </p:nvSpPr>
        <p:spPr>
          <a:xfrm>
            <a:off x="4091956" y="2435266"/>
            <a:ext cx="1332000" cy="13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Picture Placeholder 2">
            <a:extLst>
              <a:ext uri="{FF2B5EF4-FFF2-40B4-BE49-F238E27FC236}">
                <a16:creationId xmlns:a16="http://schemas.microsoft.com/office/drawing/2014/main" id="{9D12E80A-5EA9-35E8-184B-0C806469B24C}"/>
              </a:ext>
            </a:extLst>
          </p:cNvPr>
          <p:cNvSpPr>
            <a:spLocks noGrp="1"/>
          </p:cNvSpPr>
          <p:nvPr>
            <p:ph type="pic" sz="quarter" idx="26" hasCustomPrompt="1"/>
          </p:nvPr>
        </p:nvSpPr>
        <p:spPr>
          <a:xfrm>
            <a:off x="4415956" y="2759266"/>
            <a:ext cx="684000" cy="684000"/>
          </a:xfrm>
          <a:prstGeom prst="rect">
            <a:avLst/>
          </a:prstGeom>
          <a:noFill/>
        </p:spPr>
        <p:txBody>
          <a:bodyPr lIns="0" tIns="0" rIns="0" bIns="0" anchor="ctr" anchorCtr="0"/>
          <a:lstStyle>
            <a:lvl1pPr marL="0" indent="0" algn="ctr">
              <a:buNone/>
              <a:defRPr sz="1000">
                <a:solidFill>
                  <a:srgbClr val="D02F7C"/>
                </a:solidFill>
              </a:defRPr>
            </a:lvl1pPr>
          </a:lstStyle>
          <a:p>
            <a:r>
              <a:rPr lang="en-US"/>
              <a:t>Click to place icon</a:t>
            </a:r>
          </a:p>
        </p:txBody>
      </p:sp>
      <p:sp>
        <p:nvSpPr>
          <p:cNvPr id="51" name="Oval 1">
            <a:extLst>
              <a:ext uri="{FF2B5EF4-FFF2-40B4-BE49-F238E27FC236}">
                <a16:creationId xmlns:a16="http://schemas.microsoft.com/office/drawing/2014/main" id="{924CC745-07D4-BECF-CC5A-3EA7D5AA43A6}"/>
              </a:ext>
            </a:extLst>
          </p:cNvPr>
          <p:cNvSpPr>
            <a:spLocks noChangeAspect="1"/>
          </p:cNvSpPr>
          <p:nvPr userDrawn="1"/>
        </p:nvSpPr>
        <p:spPr>
          <a:xfrm>
            <a:off x="1375764" y="2435266"/>
            <a:ext cx="1332000" cy="133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Picture Placeholder 1">
            <a:extLst>
              <a:ext uri="{FF2B5EF4-FFF2-40B4-BE49-F238E27FC236}">
                <a16:creationId xmlns:a16="http://schemas.microsoft.com/office/drawing/2014/main" id="{133461F1-D380-F735-092B-1FDB17251D0A}"/>
              </a:ext>
            </a:extLst>
          </p:cNvPr>
          <p:cNvSpPr>
            <a:spLocks noGrp="1"/>
          </p:cNvSpPr>
          <p:nvPr>
            <p:ph type="pic" sz="quarter" idx="23" hasCustomPrompt="1"/>
          </p:nvPr>
        </p:nvSpPr>
        <p:spPr>
          <a:xfrm>
            <a:off x="1699764" y="2759266"/>
            <a:ext cx="684000" cy="684000"/>
          </a:xfrm>
          <a:prstGeom prst="rect">
            <a:avLst/>
          </a:prstGeom>
          <a:noFill/>
        </p:spPr>
        <p:txBody>
          <a:bodyPr lIns="0" tIns="0" rIns="0" bIns="0" anchor="ctr" anchorCtr="0"/>
          <a:lstStyle>
            <a:lvl1pPr marL="0" indent="0" algn="ctr">
              <a:buNone/>
              <a:defRPr sz="1000">
                <a:solidFill>
                  <a:srgbClr val="D02F7C"/>
                </a:solidFill>
              </a:defRPr>
            </a:lvl1pPr>
          </a:lstStyle>
          <a:p>
            <a:r>
              <a:rPr lang="en-US"/>
              <a:t>Click to place icon</a:t>
            </a:r>
          </a:p>
        </p:txBody>
      </p:sp>
      <p:sp>
        <p:nvSpPr>
          <p:cNvPr id="45" name="Rectangle 44">
            <a:extLst>
              <a:ext uri="{FF2B5EF4-FFF2-40B4-BE49-F238E27FC236}">
                <a16:creationId xmlns:a16="http://schemas.microsoft.com/office/drawing/2014/main" id="{241BC2C6-A5A7-7DC9-FB23-7BBED8792A29}"/>
              </a:ext>
            </a:extLst>
          </p:cNvPr>
          <p:cNvSpPr>
            <a:spLocks noGrp="1" noRot="1" noMove="1" noResize="1" noEditPoints="1" noAdjustHandles="1" noChangeArrowheads="1" noChangeShapeType="1"/>
          </p:cNvSpPr>
          <p:nvPr userDrawn="1"/>
        </p:nvSpPr>
        <p:spPr>
          <a:xfrm>
            <a:off x="188233" y="1442523"/>
            <a:ext cx="11617483" cy="457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Text Placeholder 8">
            <a:extLst>
              <a:ext uri="{FF2B5EF4-FFF2-40B4-BE49-F238E27FC236}">
                <a16:creationId xmlns:a16="http://schemas.microsoft.com/office/drawing/2014/main" id="{6FD13E02-A7F3-9A62-A198-C4E0718DE7EC}"/>
              </a:ext>
            </a:extLst>
          </p:cNvPr>
          <p:cNvSpPr>
            <a:spLocks noGrp="1" noRot="1" noMove="1" noResize="1" noEditPoints="1" noAdjustHandles="1" noChangeArrowheads="1" noChangeShapeType="1"/>
          </p:cNvSpPr>
          <p:nvPr>
            <p:ph type="body" sz="quarter" idx="18" hasCustomPrompt="1"/>
          </p:nvPr>
        </p:nvSpPr>
        <p:spPr>
          <a:xfrm>
            <a:off x="188233" y="1064174"/>
            <a:ext cx="11528628" cy="221599"/>
          </a:xfrm>
          <a:prstGeom prst="rect">
            <a:avLst/>
          </a:prstGeom>
        </p:spPr>
        <p:txBody>
          <a:bodyPr lIns="0" tIns="0" rIns="0" bIns="0">
            <a:noAutofit/>
          </a:bodyPr>
          <a:lstStyle>
            <a:lvl1pPr marL="0" indent="0" algn="r">
              <a:buNone/>
              <a:defRPr sz="1600" b="1">
                <a:solidFill>
                  <a:schemeClr val="bg2">
                    <a:lumMod val="75000"/>
                  </a:schemeClr>
                </a:solidFill>
                <a:latin typeface="Arial" panose="020B0604020202020204" pitchFamily="34" charset="0"/>
                <a:cs typeface="Arial" panose="020B0604020202020204" pitchFamily="34" charset="0"/>
              </a:defRPr>
            </a:lvl1pPr>
          </a:lstStyle>
          <a:p>
            <a:r>
              <a:rPr lang="en-GB"/>
              <a:t>One line summary of slide / key takeaway</a:t>
            </a:r>
          </a:p>
        </p:txBody>
      </p:sp>
      <p:sp>
        <p:nvSpPr>
          <p:cNvPr id="46" name="Title Placeholder 2">
            <a:extLst>
              <a:ext uri="{FF2B5EF4-FFF2-40B4-BE49-F238E27FC236}">
                <a16:creationId xmlns:a16="http://schemas.microsoft.com/office/drawing/2014/main" id="{780CAE6E-1E91-C589-92B7-A1C2E645A11A}"/>
              </a:ext>
            </a:extLst>
          </p:cNvPr>
          <p:cNvSpPr>
            <a:spLocks noGrp="1" noRot="1" noMove="1" noResize="1" noEditPoints="1" noAdjustHandles="1" noChangeArrowheads="1" noChangeShapeType="1"/>
          </p:cNvSpPr>
          <p:nvPr>
            <p:ph type="title" hasCustomPrompt="1"/>
          </p:nvPr>
        </p:nvSpPr>
        <p:spPr>
          <a:xfrm>
            <a:off x="4105656" y="504000"/>
            <a:ext cx="7618405" cy="387798"/>
          </a:xfrm>
          <a:prstGeom prst="rect">
            <a:avLst/>
          </a:prstGeom>
        </p:spPr>
        <p:txBody>
          <a:bodyPr vert="horz" wrap="square" lIns="0" tIns="0" rIns="0" bIns="0" rtlCol="0" anchor="b" anchorCtr="0">
            <a:spAutoFit/>
          </a:bodyPr>
          <a:lstStyle>
            <a:lvl1pPr>
              <a:defRPr sz="2800">
                <a:solidFill>
                  <a:schemeClr val="tx2"/>
                </a:solidFill>
                <a:latin typeface="Arial" panose="020B0604020202020204" pitchFamily="34" charset="0"/>
                <a:cs typeface="Arial" panose="020B0604020202020204" pitchFamily="34" charset="0"/>
              </a:defRPr>
            </a:lvl1pPr>
          </a:lstStyle>
          <a:p>
            <a:r>
              <a:rPr lang="en-US"/>
              <a:t>Title of slide</a:t>
            </a:r>
            <a:endParaRPr lang="en-GB"/>
          </a:p>
        </p:txBody>
      </p:sp>
    </p:spTree>
    <p:extLst>
      <p:ext uri="{BB962C8B-B14F-4D97-AF65-F5344CB8AC3E}">
        <p14:creationId xmlns:p14="http://schemas.microsoft.com/office/powerpoint/2010/main" val="71645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in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8F13215-DF3F-84FC-181D-28AAC5B966BB}"/>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BBD5715F-53C1-8366-5642-A299DA842983}"/>
              </a:ext>
            </a:extLst>
          </p:cNvPr>
          <p:cNvSpPr txBox="1">
            <a:spLocks noGrp="1" noRot="1" noMove="1" noResize="1" noEditPoints="1" noAdjustHandles="1" noChangeArrowheads="1" noChangeShapeType="1"/>
          </p:cNvSpPr>
          <p:nvPr userDrawn="1">
            <p:extLst>
              <p:ext uri="{1162E1C5-73C7-4A58-AE30-91384D911F3F}">
                <p184:classification xmlns:p184="http://schemas.microsoft.com/office/powerpoint/2018/4/main" val="hdr"/>
              </p:ext>
            </p:extLst>
          </p:nvPr>
        </p:nvSpPr>
        <p:spPr>
          <a:xfrm>
            <a:off x="5720352" y="6663600"/>
            <a:ext cx="751297" cy="123111"/>
          </a:xfrm>
          <a:prstGeom prst="rect">
            <a:avLst/>
          </a:prstGeom>
        </p:spPr>
        <p:txBody>
          <a:bodyPr horzOverflow="overflow" wrap="square" lIns="0" tIns="0" rIns="0" bIns="0">
            <a:spAutoFit/>
          </a:bodyPr>
          <a:lstStyle/>
          <a:p>
            <a:pPr algn="ctr"/>
            <a:r>
              <a:rPr lang="en-GB" sz="800">
                <a:solidFill>
                  <a:schemeClr val="bg1"/>
                </a:solidFill>
                <a:latin typeface="+mj-lt"/>
                <a:cs typeface="Calibri" panose="020F0502020204030204" pitchFamily="34" charset="0"/>
              </a:rPr>
              <a:t>OFFICIAL</a:t>
            </a:r>
          </a:p>
        </p:txBody>
      </p:sp>
      <p:sp>
        <p:nvSpPr>
          <p:cNvPr id="2" name="Footer Placeholder 4">
            <a:extLst>
              <a:ext uri="{FF2B5EF4-FFF2-40B4-BE49-F238E27FC236}">
                <a16:creationId xmlns:a16="http://schemas.microsoft.com/office/drawing/2014/main" id="{26259E98-A45C-8354-3709-5471A2DFB7EB}"/>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solidFill>
                <a:latin typeface="Arial" panose="020B0604020202020204" pitchFamily="34" charset="0"/>
                <a:ea typeface="+mn-ea"/>
                <a:cs typeface="Arial" panose="020B0604020202020204" pitchFamily="34" charset="0"/>
              </a:defRPr>
            </a:lvl1pPr>
          </a:lstStyle>
          <a:p>
            <a:r>
              <a:rPr lang="en-GB"/>
              <a:t>SENSITIVITY MARKING</a:t>
            </a:r>
          </a:p>
        </p:txBody>
      </p:sp>
      <p:sp>
        <p:nvSpPr>
          <p:cNvPr id="22" name="Text Placeholder 14">
            <a:extLst>
              <a:ext uri="{FF2B5EF4-FFF2-40B4-BE49-F238E27FC236}">
                <a16:creationId xmlns:a16="http://schemas.microsoft.com/office/drawing/2014/main" id="{67461119-E326-F41A-C3F7-6F60F0325631}"/>
              </a:ext>
            </a:extLst>
          </p:cNvPr>
          <p:cNvSpPr>
            <a:spLocks noGrp="1" noRot="1" noMove="1" noResize="1" noEditPoints="1" noAdjustHandles="1" noChangeArrowheads="1" noChangeShapeType="1"/>
          </p:cNvSpPr>
          <p:nvPr>
            <p:ph type="body" sz="quarter" idx="10" hasCustomPrompt="1"/>
          </p:nvPr>
        </p:nvSpPr>
        <p:spPr>
          <a:xfrm>
            <a:off x="2122636" y="3653890"/>
            <a:ext cx="7946728" cy="609398"/>
          </a:xfrm>
          <a:prstGeom prst="rect">
            <a:avLst/>
          </a:prstGeom>
        </p:spPr>
        <p:txBody>
          <a:bodyPr lIns="0" tIns="0" rIns="0" bIns="0">
            <a:spAutoFit/>
          </a:bodyPr>
          <a:lstStyle>
            <a:lvl1pPr marL="0" indent="0" algn="ctr">
              <a:buNone/>
              <a:defRPr sz="4400" b="0">
                <a:solidFill>
                  <a:schemeClr val="bg1"/>
                </a:solidFill>
                <a:latin typeface="Arial" panose="020B0604020202020204" pitchFamily="34" charset="0"/>
                <a:cs typeface="Arial" panose="020B0604020202020204" pitchFamily="34" charset="0"/>
              </a:defRPr>
            </a:lvl1pPr>
          </a:lstStyle>
          <a:p>
            <a:pPr lvl="0"/>
            <a:r>
              <a:rPr lang="en-US"/>
              <a:t>Title of section</a:t>
            </a:r>
          </a:p>
        </p:txBody>
      </p:sp>
      <p:sp>
        <p:nvSpPr>
          <p:cNvPr id="21" name="Title Placeholder 2">
            <a:extLst>
              <a:ext uri="{FF2B5EF4-FFF2-40B4-BE49-F238E27FC236}">
                <a16:creationId xmlns:a16="http://schemas.microsoft.com/office/drawing/2014/main" id="{F88113C1-AB65-D428-899B-545C227EDD6C}"/>
              </a:ext>
            </a:extLst>
          </p:cNvPr>
          <p:cNvSpPr>
            <a:spLocks noGrp="1" noRot="1" noMove="1" noResize="1" noEditPoints="1" noAdjustHandles="1" noChangeArrowheads="1" noChangeShapeType="1"/>
          </p:cNvSpPr>
          <p:nvPr>
            <p:ph type="title" hasCustomPrompt="1"/>
          </p:nvPr>
        </p:nvSpPr>
        <p:spPr>
          <a:xfrm>
            <a:off x="2122636" y="2591872"/>
            <a:ext cx="7946728" cy="830997"/>
          </a:xfrm>
          <a:prstGeom prst="rect">
            <a:avLst/>
          </a:prstGeom>
        </p:spPr>
        <p:txBody>
          <a:bodyPr vert="horz" lIns="0" tIns="0" rIns="0" bIns="0" rtlCol="0" anchor="b" anchorCtr="0">
            <a:spAutoFit/>
          </a:bodyPr>
          <a:lstStyle>
            <a:lvl1pPr algn="ctr">
              <a:defRPr sz="6000">
                <a:solidFill>
                  <a:schemeClr val="bg1"/>
                </a:solidFill>
                <a:latin typeface="Arial" panose="020B0604020202020204" pitchFamily="34" charset="0"/>
                <a:cs typeface="Arial" panose="020B0604020202020204" pitchFamily="34" charset="0"/>
              </a:defRPr>
            </a:lvl1pPr>
          </a:lstStyle>
          <a:p>
            <a:r>
              <a:rPr lang="en-US"/>
              <a:t>Part X</a:t>
            </a:r>
            <a:endParaRPr lang="en-GB"/>
          </a:p>
        </p:txBody>
      </p:sp>
      <p:sp>
        <p:nvSpPr>
          <p:cNvPr id="5" name="TextBox 4">
            <a:extLst>
              <a:ext uri="{FF2B5EF4-FFF2-40B4-BE49-F238E27FC236}">
                <a16:creationId xmlns:a16="http://schemas.microsoft.com/office/drawing/2014/main" id="{B5CCA786-F79C-654B-E344-E04484D20150}"/>
              </a:ext>
            </a:extLst>
          </p:cNvPr>
          <p:cNvSpPr txBox="1">
            <a:spLocks noGrp="1" noRot="1" noMove="1" noResize="1" noEditPoints="1" noAdjustHandles="1" noChangeArrowheads="1" noChangeShapeType="1"/>
          </p:cNvSpPr>
          <p:nvPr userDrawn="1">
            <p:extLst>
              <p:ext uri="{1162E1C5-73C7-4A58-AE30-91384D911F3F}">
                <p184:classification xmlns:p184="http://schemas.microsoft.com/office/powerpoint/2018/4/main" val="hdr"/>
              </p:ext>
            </p:extLst>
          </p:nvPr>
        </p:nvSpPr>
        <p:spPr>
          <a:xfrm>
            <a:off x="5720352" y="72000"/>
            <a:ext cx="751297" cy="123111"/>
          </a:xfrm>
          <a:prstGeom prst="rect">
            <a:avLst/>
          </a:prstGeom>
        </p:spPr>
        <p:txBody>
          <a:bodyPr horzOverflow="overflow" wrap="square" lIns="0" tIns="0" rIns="0" bIns="0">
            <a:spAutoFit/>
          </a:bodyPr>
          <a:lstStyle/>
          <a:p>
            <a:pPr algn="ctr"/>
            <a:r>
              <a:rPr lang="en-GB" sz="800">
                <a:solidFill>
                  <a:schemeClr val="bg1"/>
                </a:solidFill>
                <a:latin typeface="+mj-lt"/>
                <a:cs typeface="Calibri" panose="020F0502020204030204" pitchFamily="34" charset="0"/>
              </a:rPr>
              <a:t>OFFICIAL</a:t>
            </a:r>
          </a:p>
        </p:txBody>
      </p:sp>
    </p:spTree>
    <p:extLst>
      <p:ext uri="{BB962C8B-B14F-4D97-AF65-F5344CB8AC3E}">
        <p14:creationId xmlns:p14="http://schemas.microsoft.com/office/powerpoint/2010/main" val="2333325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nnex section slide">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C915F09-36C5-271F-BFA7-C97BD55487F9}"/>
              </a:ext>
            </a:extLst>
          </p:cNvPr>
          <p:cNvSpPr>
            <a:spLocks noGrp="1" noRot="1" noMove="1" noResize="1" noEditPoints="1" noAdjustHandles="1" noChangeArrowheads="1" noChangeShapeType="1"/>
          </p:cNvSpPr>
          <p:nvPr userDrawn="1"/>
        </p:nvSpPr>
        <p:spPr>
          <a:xfrm>
            <a:off x="0" y="1394624"/>
            <a:ext cx="12192000" cy="5463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637E0EF1-B413-0A64-F524-8C707AABA760}"/>
              </a:ext>
            </a:extLst>
          </p:cNvPr>
          <p:cNvSpPr txBox="1">
            <a:spLocks noGrp="1" noRot="1" noMove="1" noResize="1" noEditPoints="1" noAdjustHandles="1" noChangeArrowheads="1" noChangeShapeType="1"/>
          </p:cNvSpPr>
          <p:nvPr userDrawn="1">
            <p:extLst>
              <p:ext uri="{1162E1C5-73C7-4A58-AE30-91384D911F3F}">
                <p184:classification xmlns:p184="http://schemas.microsoft.com/office/powerpoint/2018/4/main" val="hdr"/>
              </p:ext>
            </p:extLst>
          </p:nvPr>
        </p:nvSpPr>
        <p:spPr>
          <a:xfrm>
            <a:off x="5720352" y="6663600"/>
            <a:ext cx="751297" cy="123111"/>
          </a:xfrm>
          <a:prstGeom prst="rect">
            <a:avLst/>
          </a:prstGeom>
        </p:spPr>
        <p:txBody>
          <a:bodyPr horzOverflow="overflow" wrap="square" lIns="0" tIns="0" rIns="0" bIns="0">
            <a:spAutoFit/>
          </a:bodyPr>
          <a:lstStyle/>
          <a:p>
            <a:pPr algn="ctr"/>
            <a:r>
              <a:rPr lang="en-GB" sz="800">
                <a:solidFill>
                  <a:schemeClr val="bg1"/>
                </a:solidFill>
                <a:latin typeface="+mj-lt"/>
                <a:cs typeface="Calibri" panose="020F0502020204030204" pitchFamily="34" charset="0"/>
              </a:rPr>
              <a:t>OFFICIAL</a:t>
            </a:r>
          </a:p>
        </p:txBody>
      </p:sp>
      <p:sp>
        <p:nvSpPr>
          <p:cNvPr id="2" name="Footer Placeholder 4">
            <a:extLst>
              <a:ext uri="{FF2B5EF4-FFF2-40B4-BE49-F238E27FC236}">
                <a16:creationId xmlns:a16="http://schemas.microsoft.com/office/drawing/2014/main" id="{457F41ED-44AF-D34C-FA8C-A27823160266}"/>
              </a:ext>
            </a:extLst>
          </p:cNvPr>
          <p:cNvSpPr>
            <a:spLocks noGrp="1" noRot="1" noMove="1" noResize="1" noEditPoints="1" noAdjustHandles="1" noChangeArrowheads="1" noChangeShapeType="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solidFill>
                <a:latin typeface="Arial" panose="020B0604020202020204" pitchFamily="34" charset="0"/>
                <a:ea typeface="+mn-ea"/>
                <a:cs typeface="Arial" panose="020B0604020202020204" pitchFamily="34" charset="0"/>
              </a:defRPr>
            </a:lvl1pPr>
          </a:lstStyle>
          <a:p>
            <a:r>
              <a:rPr lang="en-GB"/>
              <a:t>SENSITIVITY MARKING</a:t>
            </a:r>
          </a:p>
        </p:txBody>
      </p:sp>
      <p:sp>
        <p:nvSpPr>
          <p:cNvPr id="23" name="Text Placeholder 14">
            <a:extLst>
              <a:ext uri="{FF2B5EF4-FFF2-40B4-BE49-F238E27FC236}">
                <a16:creationId xmlns:a16="http://schemas.microsoft.com/office/drawing/2014/main" id="{B0DC00DB-A5B7-CBCD-9E2C-25EEE62C4E3E}"/>
              </a:ext>
            </a:extLst>
          </p:cNvPr>
          <p:cNvSpPr>
            <a:spLocks noGrp="1" noRot="1" noMove="1" noResize="1" noEditPoints="1" noAdjustHandles="1" noChangeArrowheads="1" noChangeShapeType="1"/>
          </p:cNvSpPr>
          <p:nvPr>
            <p:ph type="body" sz="quarter" idx="10" hasCustomPrompt="1"/>
          </p:nvPr>
        </p:nvSpPr>
        <p:spPr>
          <a:xfrm>
            <a:off x="1920899" y="4297640"/>
            <a:ext cx="7946728" cy="609398"/>
          </a:xfrm>
          <a:prstGeom prst="rect">
            <a:avLst/>
          </a:prstGeom>
        </p:spPr>
        <p:txBody>
          <a:bodyPr lIns="0" tIns="0" rIns="0" bIns="0">
            <a:spAutoFit/>
          </a:bodyPr>
          <a:lstStyle>
            <a:lvl1pPr marL="0" indent="0" algn="ctr">
              <a:buNone/>
              <a:defRPr sz="4400" b="0">
                <a:solidFill>
                  <a:schemeClr val="bg1"/>
                </a:solidFill>
                <a:latin typeface="Arial" panose="020B0604020202020204" pitchFamily="34" charset="0"/>
                <a:cs typeface="Arial" panose="020B0604020202020204" pitchFamily="34" charset="0"/>
              </a:defRPr>
            </a:lvl1pPr>
          </a:lstStyle>
          <a:p>
            <a:pPr lvl="0"/>
            <a:r>
              <a:rPr lang="en-US"/>
              <a:t>Title of annex</a:t>
            </a:r>
          </a:p>
        </p:txBody>
      </p:sp>
      <p:sp>
        <p:nvSpPr>
          <p:cNvPr id="7" name="Title Placeholder 2">
            <a:extLst>
              <a:ext uri="{FF2B5EF4-FFF2-40B4-BE49-F238E27FC236}">
                <a16:creationId xmlns:a16="http://schemas.microsoft.com/office/drawing/2014/main" id="{155A43AE-10F2-A062-CD55-196B0C0F310E}"/>
              </a:ext>
            </a:extLst>
          </p:cNvPr>
          <p:cNvSpPr>
            <a:spLocks noGrp="1" noRot="1" noMove="1" noResize="1" noEditPoints="1" noAdjustHandles="1" noChangeArrowheads="1" noChangeShapeType="1"/>
          </p:cNvSpPr>
          <p:nvPr>
            <p:ph type="title" hasCustomPrompt="1"/>
          </p:nvPr>
        </p:nvSpPr>
        <p:spPr>
          <a:xfrm>
            <a:off x="1920899" y="3238229"/>
            <a:ext cx="7946728" cy="830997"/>
          </a:xfrm>
          <a:prstGeom prst="rect">
            <a:avLst/>
          </a:prstGeom>
        </p:spPr>
        <p:txBody>
          <a:bodyPr vert="horz" lIns="0" tIns="0" rIns="0" bIns="0" rtlCol="0" anchor="b" anchorCtr="0">
            <a:spAutoFit/>
          </a:bodyPr>
          <a:lstStyle>
            <a:lvl1pPr algn="ctr">
              <a:defRPr sz="6000">
                <a:solidFill>
                  <a:schemeClr val="bg1"/>
                </a:solidFill>
                <a:latin typeface="Arial" panose="020B0604020202020204" pitchFamily="34" charset="0"/>
                <a:cs typeface="Arial" panose="020B0604020202020204" pitchFamily="34" charset="0"/>
              </a:defRPr>
            </a:lvl1pPr>
          </a:lstStyle>
          <a:p>
            <a:r>
              <a:rPr lang="en-US"/>
              <a:t>Annex X</a:t>
            </a:r>
            <a:endParaRPr lang="en-GB"/>
          </a:p>
        </p:txBody>
      </p:sp>
    </p:spTree>
    <p:extLst>
      <p:ext uri="{BB962C8B-B14F-4D97-AF65-F5344CB8AC3E}">
        <p14:creationId xmlns:p14="http://schemas.microsoft.com/office/powerpoint/2010/main" val="3659463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9BE559-67BD-BFE2-6B70-37C3902EDDA6}"/>
              </a:ext>
            </a:extLst>
          </p:cNvPr>
          <p:cNvSpPr txBox="1">
            <a:spLocks noGrp="1" noRot="1" noMove="1" noResize="1" noEditPoints="1" noAdjustHandles="1" noChangeArrowheads="1" noChangeShapeType="1"/>
          </p:cNvSpPr>
          <p:nvPr userDrawn="1">
            <p:extLst>
              <p:ext uri="{1162E1C5-73C7-4A58-AE30-91384D911F3F}">
                <p184:classification xmlns:p184="http://schemas.microsoft.com/office/powerpoint/2018/4/main" val="hdr"/>
              </p:ext>
            </p:extLst>
          </p:nvPr>
        </p:nvSpPr>
        <p:spPr>
          <a:xfrm>
            <a:off x="5720352" y="6663600"/>
            <a:ext cx="751297" cy="123111"/>
          </a:xfrm>
          <a:prstGeom prst="rect">
            <a:avLst/>
          </a:prstGeom>
        </p:spPr>
        <p:txBody>
          <a:bodyPr horzOverflow="overflow" wrap="square" lIns="0" tIns="0" rIns="0" bIns="0">
            <a:spAutoFit/>
          </a:bodyPr>
          <a:lstStyle/>
          <a:p>
            <a:pPr algn="ctr"/>
            <a:r>
              <a:rPr lang="en-GB" sz="800">
                <a:solidFill>
                  <a:srgbClr val="000000"/>
                </a:solidFill>
                <a:latin typeface="+mj-lt"/>
                <a:cs typeface="Calibri" panose="020F0502020204030204" pitchFamily="34" charset="0"/>
              </a:rPr>
              <a:t>OFFICIAL</a:t>
            </a:r>
          </a:p>
        </p:txBody>
      </p:sp>
      <p:sp>
        <p:nvSpPr>
          <p:cNvPr id="2" name="TextBox 1">
            <a:extLst>
              <a:ext uri="{FF2B5EF4-FFF2-40B4-BE49-F238E27FC236}">
                <a16:creationId xmlns:a16="http://schemas.microsoft.com/office/drawing/2014/main" id="{EF62A061-B0B9-A4E4-B7ED-31AB137E01C8}"/>
              </a:ext>
            </a:extLst>
          </p:cNvPr>
          <p:cNvSpPr txBox="1">
            <a:spLocks noGrp="1" noRot="1" noMove="1" noResize="1" noEditPoints="1" noAdjustHandles="1" noChangeArrowheads="1" noChangeShapeType="1"/>
          </p:cNvSpPr>
          <p:nvPr userDrawn="1">
            <p:extLst>
              <p:ext uri="{1162E1C5-73C7-4A58-AE30-91384D911F3F}">
                <p184:classification xmlns:p184="http://schemas.microsoft.com/office/powerpoint/2018/4/main" val="hdr"/>
              </p:ext>
            </p:extLst>
          </p:nvPr>
        </p:nvSpPr>
        <p:spPr>
          <a:xfrm>
            <a:off x="5720352" y="72000"/>
            <a:ext cx="751297" cy="123111"/>
          </a:xfrm>
          <a:prstGeom prst="rect">
            <a:avLst/>
          </a:prstGeom>
        </p:spPr>
        <p:txBody>
          <a:bodyPr horzOverflow="overflow" wrap="square" lIns="0" tIns="0" rIns="0" bIns="0">
            <a:spAutoFit/>
          </a:bodyPr>
          <a:lstStyle/>
          <a:p>
            <a:pPr algn="ctr"/>
            <a:r>
              <a:rPr lang="en-GB" sz="800">
                <a:solidFill>
                  <a:srgbClr val="000000"/>
                </a:solidFill>
                <a:latin typeface="+mj-lt"/>
                <a:cs typeface="Calibri" panose="020F0502020204030204" pitchFamily="34" charset="0"/>
              </a:rPr>
              <a:t>OFFICIAL</a:t>
            </a:r>
          </a:p>
        </p:txBody>
      </p:sp>
      <p:pic>
        <p:nvPicPr>
          <p:cNvPr id="11" name="Graphic 10">
            <a:extLst>
              <a:ext uri="{FF2B5EF4-FFF2-40B4-BE49-F238E27FC236}">
                <a16:creationId xmlns:a16="http://schemas.microsoft.com/office/drawing/2014/main" id="{C1AF274C-ADA4-D3DB-38EC-73DC750EAF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672333" y="0"/>
            <a:ext cx="4847334" cy="6858000"/>
          </a:xfrm>
          <a:prstGeom prst="rect">
            <a:avLst/>
          </a:prstGeom>
        </p:spPr>
      </p:pic>
    </p:spTree>
    <p:extLst>
      <p:ext uri="{BB962C8B-B14F-4D97-AF65-F5344CB8AC3E}">
        <p14:creationId xmlns:p14="http://schemas.microsoft.com/office/powerpoint/2010/main" val="8364164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A9AD0E7C-0CF4-9B32-F0DC-5DEEC72C7D27}"/>
              </a:ext>
            </a:extLst>
          </p:cNvPr>
          <p:cNvSpPr>
            <a:spLocks noGrp="1"/>
          </p:cNvSpPr>
          <p:nvPr>
            <p:ph type="ftr" sz="quarter" idx="3"/>
          </p:nvPr>
        </p:nvSpPr>
        <p:spPr>
          <a:xfrm>
            <a:off x="4038600" y="6480000"/>
            <a:ext cx="4114800" cy="161583"/>
          </a:xfrm>
          <a:prstGeom prst="rect">
            <a:avLst/>
          </a:prstGeom>
        </p:spPr>
        <p:txBody>
          <a:bodyPr vert="horz" lIns="0" tIns="0" rIns="0" bIns="0" rtlCol="0" anchor="ctr">
            <a:spAutoFit/>
          </a:bodyPr>
          <a:lstStyle>
            <a:lvl1pPr algn="ctr">
              <a:defRPr lang="en-US" sz="1050" i="0" kern="1200" cap="all" baseline="0">
                <a:solidFill>
                  <a:schemeClr val="bg2"/>
                </a:solidFill>
                <a:latin typeface="Arial" panose="020B0604020202020204" pitchFamily="34" charset="0"/>
                <a:ea typeface="+mn-ea"/>
                <a:cs typeface="Arial" panose="020B0604020202020204" pitchFamily="34" charset="0"/>
              </a:defRPr>
            </a:lvl1pPr>
          </a:lstStyle>
          <a:p>
            <a:r>
              <a:rPr lang="en-GB"/>
              <a:t>SENSITIVITY MARKING</a:t>
            </a:r>
          </a:p>
        </p:txBody>
      </p:sp>
      <p:sp>
        <p:nvSpPr>
          <p:cNvPr id="3" name="Slide Number Placeholder 5">
            <a:extLst>
              <a:ext uri="{FF2B5EF4-FFF2-40B4-BE49-F238E27FC236}">
                <a16:creationId xmlns:a16="http://schemas.microsoft.com/office/drawing/2014/main" id="{FC2A0B67-A808-6FB5-1EC1-EAD0A62DA873}"/>
              </a:ext>
            </a:extLst>
          </p:cNvPr>
          <p:cNvSpPr>
            <a:spLocks noGrp="1"/>
          </p:cNvSpPr>
          <p:nvPr>
            <p:ph type="sldNum" sz="quarter" idx="4"/>
          </p:nvPr>
        </p:nvSpPr>
        <p:spPr>
          <a:xfrm>
            <a:off x="11398249" y="6565990"/>
            <a:ext cx="567415" cy="184666"/>
          </a:xfrm>
          <a:prstGeom prst="rect">
            <a:avLst/>
          </a:prstGeom>
        </p:spPr>
        <p:txBody>
          <a:bodyPr vert="horz" wrap="square" lIns="0" tIns="0" rIns="0" bIns="0" rtlCol="0" anchor="ctr">
            <a:spAutoFit/>
          </a:bodyPr>
          <a:lstStyle>
            <a:lvl1pPr algn="r">
              <a:defRPr sz="1200">
                <a:solidFill>
                  <a:schemeClr val="bg2"/>
                </a:solidFill>
              </a:defRPr>
            </a:lvl1pPr>
          </a:lstStyle>
          <a:p>
            <a:fld id="{318356DC-334E-1146-8C47-B0DA3BCDFCC3}" type="slidenum">
              <a:rPr lang="en-US" smtClean="0"/>
              <a:pPr/>
              <a:t>‹#›</a:t>
            </a:fld>
            <a:endParaRPr lang="en-US"/>
          </a:p>
        </p:txBody>
      </p:sp>
      <p:sp>
        <p:nvSpPr>
          <p:cNvPr id="6" name="TextBox 5">
            <a:extLst>
              <a:ext uri="{FF2B5EF4-FFF2-40B4-BE49-F238E27FC236}">
                <a16:creationId xmlns:a16="http://schemas.microsoft.com/office/drawing/2014/main" id="{C15B5BF0-C4EA-5B26-031E-06FF180AB9E3}"/>
              </a:ext>
            </a:extLst>
          </p:cNvPr>
          <p:cNvSpPr txBox="1"/>
          <p:nvPr>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cs typeface="Calibri" panose="020F0502020204030204" pitchFamily="34" charset="0"/>
              </a:rPr>
              <a:t>OFFICIAL</a:t>
            </a:r>
          </a:p>
        </p:txBody>
      </p:sp>
      <p:sp>
        <p:nvSpPr>
          <p:cNvPr id="9" name="TextBox 8">
            <a:extLst>
              <a:ext uri="{FF2B5EF4-FFF2-40B4-BE49-F238E27FC236}">
                <a16:creationId xmlns:a16="http://schemas.microsoft.com/office/drawing/2014/main" id="{61589B16-E386-8061-D4FC-113508B94A72}"/>
              </a:ext>
            </a:extLst>
          </p:cNvPr>
          <p:cNvSpPr txBox="1"/>
          <p:nvPr>
            <p:extLst>
              <p:ext uri="{1162E1C5-73C7-4A58-AE30-91384D911F3F}">
                <p184:classification xmlns:p184="http://schemas.microsoft.com/office/powerpoint/2018/4/main" val="ftr"/>
              </p:ext>
            </p:extLst>
          </p:nvPr>
        </p:nvSpPr>
        <p:spPr>
          <a:xfrm>
            <a:off x="5865813" y="6642100"/>
            <a:ext cx="488950" cy="152400"/>
          </a:xfrm>
          <a:prstGeom prst="rect">
            <a:avLst/>
          </a:prstGeom>
        </p:spPr>
        <p:txBody>
          <a:bodyPr horzOverflow="overflow" lIns="0" tIns="0" rIns="0" bIns="0">
            <a:spAutoFit/>
          </a:bodyPr>
          <a:lstStyle/>
          <a:p>
            <a:pPr algn="l"/>
            <a:r>
              <a:rPr lang="en-GB" sz="1000">
                <a:solidFill>
                  <a:srgbClr val="000000"/>
                </a:solidFill>
                <a:latin typeface="Calibri" panose="020F0502020204030204" pitchFamily="34" charset="0"/>
                <a:cs typeface="Calibri" panose="020F0502020204030204" pitchFamily="34" charset="0"/>
              </a:rPr>
              <a:t>OFFICIAL</a:t>
            </a:r>
          </a:p>
        </p:txBody>
      </p:sp>
      <p:pic>
        <p:nvPicPr>
          <p:cNvPr id="7" name="Picture 6" descr="A black background with a black square&#10;&#10;Description automatically generated with medium confidence">
            <a:extLst>
              <a:ext uri="{FF2B5EF4-FFF2-40B4-BE49-F238E27FC236}">
                <a16:creationId xmlns:a16="http://schemas.microsoft.com/office/drawing/2014/main" id="{24512369-0278-6007-C0B2-5351671A40F0}"/>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8640" y="-87439"/>
            <a:ext cx="2496240" cy="1632157"/>
          </a:xfrm>
          <a:prstGeom prst="rect">
            <a:avLst/>
          </a:prstGeom>
        </p:spPr>
      </p:pic>
    </p:spTree>
    <p:extLst>
      <p:ext uri="{BB962C8B-B14F-4D97-AF65-F5344CB8AC3E}">
        <p14:creationId xmlns:p14="http://schemas.microsoft.com/office/powerpoint/2010/main" val="3025144705"/>
      </p:ext>
    </p:extLst>
  </p:cSld>
  <p:clrMap bg1="lt1" tx1="dk1" bg2="lt2" tx2="dk2" accent1="accent1" accent2="accent2" accent3="accent3" accent4="accent4" accent5="accent5" accent6="accent6" hlink="hlink" folHlink="folHlink"/>
  <p:sldLayoutIdLst>
    <p:sldLayoutId id="2147483651" r:id="rId1"/>
    <p:sldLayoutId id="2147483660" r:id="rId2"/>
    <p:sldLayoutId id="2147483668" r:id="rId3"/>
    <p:sldLayoutId id="2147483652" r:id="rId4"/>
    <p:sldLayoutId id="2147483669" r:id="rId5"/>
    <p:sldLayoutId id="2147483662" r:id="rId6"/>
    <p:sldLayoutId id="2147483663" r:id="rId7"/>
    <p:sldLayoutId id="2147483664" r:id="rId8"/>
    <p:sldLayoutId id="2147483665" r:id="rId9"/>
    <p:sldLayoutId id="2147483666" r:id="rId10"/>
    <p:sldLayoutId id="2147483667" r:id="rId11"/>
    <p:sldLayoutId id="2147483659" r:id="rId12"/>
    <p:sldLayoutId id="2147483658" r:id="rId13"/>
    <p:sldLayoutId id="2147483661" r:id="rId14"/>
  </p:sldLayoutIdLst>
  <p:hf hdr="0" ftr="0" dt="0"/>
  <p:txStyles>
    <p:titleStyle>
      <a:lvl1pPr algn="r" defTabSz="914400" rtl="0" eaLnBrk="1" latinLnBrk="0" hangingPunct="1">
        <a:lnSpc>
          <a:spcPct val="90000"/>
        </a:lnSpc>
        <a:spcBef>
          <a:spcPct val="0"/>
        </a:spcBef>
        <a:buNone/>
        <a:defRPr sz="3200" b="1" kern="1200">
          <a:solidFill>
            <a:srgbClr val="012169"/>
          </a:solidFill>
          <a:latin typeface="Helvetica Neue" panose="02000503000000020004"/>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31_3DEBE558.xml"/><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3D_8AFC7318.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34_3F18049D.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30_3F5732B4.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F3B5E-CDBF-B12E-98D9-D676777576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21A53-17CC-2F6D-9FF4-3679C70EDE80}"/>
              </a:ext>
            </a:extLst>
          </p:cNvPr>
          <p:cNvSpPr>
            <a:spLocks noGrp="1" noRot="1" noMove="1" noResize="1" noEditPoints="1" noAdjustHandles="1" noChangeArrowheads="1" noChangeShapeType="1"/>
          </p:cNvSpPr>
          <p:nvPr>
            <p:ph type="title"/>
          </p:nvPr>
        </p:nvSpPr>
        <p:spPr>
          <a:xfrm>
            <a:off x="4105656" y="278617"/>
            <a:ext cx="7618405" cy="613181"/>
          </a:xfrm>
        </p:spPr>
        <p:txBody>
          <a:bodyPr/>
          <a:lstStyle/>
          <a:p>
            <a:pPr algn="l">
              <a:lnSpc>
                <a:spcPct val="103250"/>
              </a:lnSpc>
            </a:pPr>
            <a:r>
              <a:rPr lang="en-US" sz="2000">
                <a:solidFill>
                  <a:srgbClr val="00625E"/>
                </a:solidFill>
                <a:latin typeface="Arial"/>
                <a:ea typeface="Arial" pitchFamily="34" charset="-122"/>
                <a:cs typeface="Arial"/>
              </a:rPr>
              <a:t>The number of children and young people with EHCPs has more than doubled since 2018 to reach 718,800 in 2026</a:t>
            </a:r>
            <a:endParaRPr lang="en-US" sz="2000">
              <a:latin typeface="Arial"/>
              <a:cs typeface="Arial"/>
            </a:endParaRPr>
          </a:p>
        </p:txBody>
      </p:sp>
      <p:sp>
        <p:nvSpPr>
          <p:cNvPr id="3" name="Slide Number Placeholder 2">
            <a:extLst>
              <a:ext uri="{FF2B5EF4-FFF2-40B4-BE49-F238E27FC236}">
                <a16:creationId xmlns:a16="http://schemas.microsoft.com/office/drawing/2014/main" id="{058FB0A1-499F-0A98-11AC-6F9577ECD725}"/>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1</a:t>
            </a:fld>
            <a:endParaRPr lang="en-GB"/>
          </a:p>
        </p:txBody>
      </p:sp>
      <p:sp>
        <p:nvSpPr>
          <p:cNvPr id="4" name="Text Placeholder 11">
            <a:extLst>
              <a:ext uri="{FF2B5EF4-FFF2-40B4-BE49-F238E27FC236}">
                <a16:creationId xmlns:a16="http://schemas.microsoft.com/office/drawing/2014/main" id="{3EFA4016-D649-6729-C8B4-C70160A121FA}"/>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5" name="Text Placeholder 11">
            <a:extLst>
              <a:ext uri="{FF2B5EF4-FFF2-40B4-BE49-F238E27FC236}">
                <a16:creationId xmlns:a16="http://schemas.microsoft.com/office/drawing/2014/main" id="{DA44DDA7-B220-5C68-48AB-7DA19702461D}"/>
              </a:ext>
            </a:extLst>
          </p:cNvPr>
          <p:cNvSpPr txBox="1">
            <a:spLocks/>
          </p:cNvSpPr>
          <p:nvPr/>
        </p:nvSpPr>
        <p:spPr>
          <a:xfrm>
            <a:off x="4048542" y="891798"/>
            <a:ext cx="7349707" cy="6340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714"/>
              </a:lnSpc>
              <a:buNone/>
            </a:pPr>
            <a:r>
              <a:rPr lang="en-US" sz="1200" b="1">
                <a:solidFill>
                  <a:srgbClr val="8C8C8C"/>
                </a:solidFill>
                <a:latin typeface="Arial" pitchFamily="34" charset="0"/>
                <a:ea typeface="Arial" pitchFamily="34" charset="-122"/>
                <a:cs typeface="Arial" pitchFamily="34" charset="-120"/>
              </a:rPr>
              <a:t>The 12.5% increase in EHCPs over the latest year is the highest  year-on year (YoY) increase since EHCPs were introduced</a:t>
            </a:r>
            <a:endParaRPr lang="en-US" sz="1200"/>
          </a:p>
        </p:txBody>
      </p:sp>
      <p:sp>
        <p:nvSpPr>
          <p:cNvPr id="11" name="Shape 6">
            <a:extLst>
              <a:ext uri="{FF2B5EF4-FFF2-40B4-BE49-F238E27FC236}">
                <a16:creationId xmlns:a16="http://schemas.microsoft.com/office/drawing/2014/main" id="{1884839D-089F-01A7-A8DE-C8D12D58E561}"/>
              </a:ext>
            </a:extLst>
          </p:cNvPr>
          <p:cNvSpPr/>
          <p:nvPr/>
        </p:nvSpPr>
        <p:spPr>
          <a:xfrm>
            <a:off x="227589" y="1726579"/>
            <a:ext cx="5805575" cy="4372168"/>
          </a:xfrm>
          <a:prstGeom prst="rect">
            <a:avLst/>
          </a:prstGeom>
          <a:solidFill>
            <a:schemeClr val="bg1"/>
          </a:solidFill>
          <a:ln w="19050">
            <a:solidFill>
              <a:srgbClr val="9DBFBC"/>
            </a:solidFill>
            <a:prstDash val="dash"/>
          </a:ln>
        </p:spPr>
        <p:txBody>
          <a:bodyPr/>
          <a:lstStyle/>
          <a:p>
            <a:endParaRPr lang="en-GB"/>
          </a:p>
        </p:txBody>
      </p:sp>
      <p:sp>
        <p:nvSpPr>
          <p:cNvPr id="17" name="Shape 12">
            <a:extLst>
              <a:ext uri="{FF2B5EF4-FFF2-40B4-BE49-F238E27FC236}">
                <a16:creationId xmlns:a16="http://schemas.microsoft.com/office/drawing/2014/main" id="{C9AB62FE-A27E-BCE0-ABB0-A35AABF3BECC}"/>
              </a:ext>
            </a:extLst>
          </p:cNvPr>
          <p:cNvSpPr/>
          <p:nvPr/>
        </p:nvSpPr>
        <p:spPr>
          <a:xfrm>
            <a:off x="6158838" y="1726579"/>
            <a:ext cx="5565223" cy="3495142"/>
          </a:xfrm>
          <a:prstGeom prst="rect">
            <a:avLst/>
          </a:prstGeom>
          <a:solidFill>
            <a:schemeClr val="bg1"/>
          </a:solidFill>
          <a:ln w="19050">
            <a:solidFill>
              <a:srgbClr val="9DBFBC"/>
            </a:solidFill>
            <a:prstDash val="dash"/>
          </a:ln>
        </p:spPr>
        <p:txBody>
          <a:bodyPr/>
          <a:lstStyle/>
          <a:p>
            <a:endParaRPr lang="en-GB"/>
          </a:p>
        </p:txBody>
      </p:sp>
      <p:sp>
        <p:nvSpPr>
          <p:cNvPr id="25" name="Shape 10">
            <a:extLst>
              <a:ext uri="{FF2B5EF4-FFF2-40B4-BE49-F238E27FC236}">
                <a16:creationId xmlns:a16="http://schemas.microsoft.com/office/drawing/2014/main" id="{FC86AC4D-32DD-34E0-A7F3-5F374B20F1FB}"/>
              </a:ext>
            </a:extLst>
          </p:cNvPr>
          <p:cNvSpPr/>
          <p:nvPr/>
        </p:nvSpPr>
        <p:spPr>
          <a:xfrm>
            <a:off x="6158838" y="5274214"/>
            <a:ext cx="5583261" cy="824532"/>
          </a:xfrm>
          <a:prstGeom prst="rect">
            <a:avLst/>
          </a:prstGeom>
          <a:solidFill>
            <a:srgbClr val="00625E"/>
          </a:solidFill>
          <a:ln/>
        </p:spPr>
        <p:txBody>
          <a:bodyPr/>
          <a:lstStyle/>
          <a:p>
            <a:endParaRPr lang="en-GB"/>
          </a:p>
        </p:txBody>
      </p:sp>
      <p:sp>
        <p:nvSpPr>
          <p:cNvPr id="27" name="Text 19">
            <a:extLst>
              <a:ext uri="{FF2B5EF4-FFF2-40B4-BE49-F238E27FC236}">
                <a16:creationId xmlns:a16="http://schemas.microsoft.com/office/drawing/2014/main" id="{1856E150-EABF-BD05-C71A-2E39063255A3}"/>
              </a:ext>
            </a:extLst>
          </p:cNvPr>
          <p:cNvSpPr/>
          <p:nvPr/>
        </p:nvSpPr>
        <p:spPr>
          <a:xfrm>
            <a:off x="6281581" y="5395764"/>
            <a:ext cx="5317676" cy="701900"/>
          </a:xfrm>
          <a:prstGeom prst="rect">
            <a:avLst/>
          </a:prstGeom>
          <a:noFill/>
          <a:ln/>
        </p:spPr>
        <p:txBody>
          <a:bodyPr wrap="square" lIns="25400" tIns="25400" rIns="25400" bIns="25400" rtlCol="0" anchor="t">
            <a:noAutofit/>
          </a:bodyPr>
          <a:lstStyle/>
          <a:p>
            <a:pPr>
              <a:lnSpc>
                <a:spcPct val="123103"/>
              </a:lnSpc>
            </a:pPr>
            <a:r>
              <a:rPr lang="en-US" sz="1200" dirty="0">
                <a:solidFill>
                  <a:srgbClr val="FFFFFF"/>
                </a:solidFill>
                <a:ea typeface="+mn-lt"/>
                <a:cs typeface="+mn-lt"/>
              </a:rPr>
              <a:t>Since 2019, YoY EHCP growth has stayed above </a:t>
            </a:r>
            <a:r>
              <a:rPr lang="en-US" sz="1200" b="1" dirty="0">
                <a:solidFill>
                  <a:schemeClr val="bg1"/>
                </a:solidFill>
                <a:ea typeface="+mn-lt"/>
                <a:cs typeface="+mn-lt"/>
              </a:rPr>
              <a:t>9.2%</a:t>
            </a:r>
            <a:r>
              <a:rPr lang="en-US" sz="1200" dirty="0">
                <a:solidFill>
                  <a:srgbClr val="FFFFFF"/>
                </a:solidFill>
                <a:ea typeface="+mn-lt"/>
                <a:cs typeface="+mn-lt"/>
              </a:rPr>
              <a:t>, easing slightly during the pandemic period before climbing to a record </a:t>
            </a:r>
            <a:r>
              <a:rPr lang="en-US" sz="1200" b="1" dirty="0">
                <a:solidFill>
                  <a:srgbClr val="FFFFFF"/>
                </a:solidFill>
                <a:ea typeface="+mn-lt"/>
                <a:cs typeface="+mn-lt"/>
              </a:rPr>
              <a:t>12.5%</a:t>
            </a:r>
            <a:r>
              <a:rPr lang="en-US" sz="1200" dirty="0">
                <a:solidFill>
                  <a:srgbClr val="FFFFFF"/>
                </a:solidFill>
                <a:ea typeface="+mn-lt"/>
                <a:cs typeface="+mn-lt"/>
              </a:rPr>
              <a:t> in the latest year.</a:t>
            </a:r>
            <a:endParaRPr lang="en-US" sz="1200" dirty="0">
              <a:ea typeface="+mn-lt"/>
              <a:cs typeface="+mn-lt"/>
            </a:endParaRPr>
          </a:p>
        </p:txBody>
      </p:sp>
      <p:sp>
        <p:nvSpPr>
          <p:cNvPr id="6" name="TextBox 5">
            <a:extLst>
              <a:ext uri="{FF2B5EF4-FFF2-40B4-BE49-F238E27FC236}">
                <a16:creationId xmlns:a16="http://schemas.microsoft.com/office/drawing/2014/main" id="{0785A499-367D-B38A-DB7E-2FFD59364709}"/>
              </a:ext>
            </a:extLst>
          </p:cNvPr>
          <p:cNvSpPr txBox="1"/>
          <p:nvPr/>
        </p:nvSpPr>
        <p:spPr>
          <a:xfrm>
            <a:off x="175814" y="6099022"/>
            <a:ext cx="574117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i="1">
                <a:ea typeface="+mn-lt"/>
                <a:cs typeface="+mn-lt"/>
              </a:rPr>
              <a:t>*EHCP counts reflect the position as at the January census date each year, not a cumulative or annual total. Year-on-year comparisons therefore capture change between census snapshots rather than activity across the full reporting year.</a:t>
            </a:r>
            <a:endParaRPr lang="en-US" sz="800" i="1">
              <a:cs typeface="Arial"/>
            </a:endParaRPr>
          </a:p>
        </p:txBody>
      </p:sp>
      <p:sp>
        <p:nvSpPr>
          <p:cNvPr id="7" name="Text 19">
            <a:extLst>
              <a:ext uri="{FF2B5EF4-FFF2-40B4-BE49-F238E27FC236}">
                <a16:creationId xmlns:a16="http://schemas.microsoft.com/office/drawing/2014/main" id="{F8B21123-0633-46E1-53E4-26490DA30298}"/>
              </a:ext>
            </a:extLst>
          </p:cNvPr>
          <p:cNvSpPr/>
          <p:nvPr/>
        </p:nvSpPr>
        <p:spPr>
          <a:xfrm>
            <a:off x="6348784" y="6058824"/>
            <a:ext cx="5270500" cy="764369"/>
          </a:xfrm>
          <a:prstGeom prst="rect">
            <a:avLst/>
          </a:prstGeom>
          <a:noFill/>
          <a:ln/>
        </p:spPr>
        <p:txBody>
          <a:bodyPr wrap="square" lIns="25400" tIns="25400" rIns="25400" bIns="25400" rtlCol="0" anchor="t">
            <a:noAutofit/>
          </a:bodyPr>
          <a:lstStyle/>
          <a:p>
            <a:pPr>
              <a:lnSpc>
                <a:spcPct val="123103"/>
              </a:lnSpc>
            </a:pPr>
            <a:r>
              <a:rPr lang="en-US" sz="1200">
                <a:solidFill>
                  <a:srgbClr val="FFFFFF"/>
                </a:solidFill>
                <a:ea typeface="+mn-lt"/>
                <a:cs typeface="+mn-lt"/>
              </a:rPr>
              <a:t>Ha</a:t>
            </a:r>
            <a:endParaRPr lang="en-US"/>
          </a:p>
        </p:txBody>
      </p:sp>
      <p:pic>
        <p:nvPicPr>
          <p:cNvPr id="13" name="Picture 12">
            <a:extLst>
              <a:ext uri="{FF2B5EF4-FFF2-40B4-BE49-F238E27FC236}">
                <a16:creationId xmlns:a16="http://schemas.microsoft.com/office/drawing/2014/main" id="{1A50E64E-D43A-601A-4FAB-F316FE6A8E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462" y="2013384"/>
            <a:ext cx="5763827" cy="3522338"/>
          </a:xfrm>
          <a:prstGeom prst="rect">
            <a:avLst/>
          </a:prstGeom>
        </p:spPr>
      </p:pic>
      <p:pic>
        <p:nvPicPr>
          <p:cNvPr id="18" name="Picture 17">
            <a:extLst>
              <a:ext uri="{FF2B5EF4-FFF2-40B4-BE49-F238E27FC236}">
                <a16:creationId xmlns:a16="http://schemas.microsoft.com/office/drawing/2014/main" id="{0CF98637-9939-AAE8-D7B0-DE11FADCE846}"/>
              </a:ext>
            </a:extLst>
          </p:cNvPr>
          <p:cNvPicPr>
            <a:picLocks noChangeAspect="1"/>
          </p:cNvPicPr>
          <p:nvPr/>
        </p:nvPicPr>
        <p:blipFill>
          <a:blip r:embed="rId4">
            <a:extLst>
              <a:ext uri="{28A0092B-C50C-407E-A947-70E740481C1C}">
                <a14:useLocalDpi xmlns:a14="http://schemas.microsoft.com/office/drawing/2010/main" val="0"/>
              </a:ext>
            </a:extLst>
          </a:blip>
          <a:srcRect b="3118"/>
          <a:stretch>
            <a:fillRect/>
          </a:stretch>
        </p:blipFill>
        <p:spPr>
          <a:xfrm>
            <a:off x="6175995" y="2013384"/>
            <a:ext cx="5528849" cy="2948720"/>
          </a:xfrm>
          <a:prstGeom prst="rect">
            <a:avLst/>
          </a:prstGeom>
        </p:spPr>
      </p:pic>
    </p:spTree>
    <p:extLst>
      <p:ext uri="{BB962C8B-B14F-4D97-AF65-F5344CB8AC3E}">
        <p14:creationId xmlns:p14="http://schemas.microsoft.com/office/powerpoint/2010/main" val="356984547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415E6-31DB-F193-300C-33A8FB8D5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56559-2876-A0E3-68D1-DEBA6EE6C790}"/>
              </a:ext>
            </a:extLst>
          </p:cNvPr>
          <p:cNvSpPr>
            <a:spLocks noGrp="1" noRot="1" noMove="1" noResize="1" noEditPoints="1" noAdjustHandles="1" noChangeArrowheads="1" noChangeShapeType="1"/>
          </p:cNvSpPr>
          <p:nvPr>
            <p:ph type="title"/>
          </p:nvPr>
        </p:nvSpPr>
        <p:spPr>
          <a:xfrm>
            <a:off x="4105656" y="278617"/>
            <a:ext cx="7618405" cy="613181"/>
          </a:xfrm>
        </p:spPr>
        <p:txBody>
          <a:bodyPr/>
          <a:lstStyle/>
          <a:p>
            <a:pPr algn="l">
              <a:lnSpc>
                <a:spcPct val="103250"/>
              </a:lnSpc>
            </a:pPr>
            <a:r>
              <a:rPr lang="en-US" sz="2000" dirty="0">
                <a:solidFill>
                  <a:srgbClr val="00625E"/>
                </a:solidFill>
                <a:ea typeface="Arial" pitchFamily="34" charset="-122"/>
                <a:cs typeface="Arial" pitchFamily="34" charset="-120"/>
              </a:rPr>
              <a:t>In 2026 the median LA EHCP rate was 4.1% of the 0–25 population, ranging from 1.6% to 7.3%</a:t>
            </a:r>
            <a:endParaRPr lang="en-US" sz="2000" dirty="0"/>
          </a:p>
        </p:txBody>
      </p:sp>
      <p:sp>
        <p:nvSpPr>
          <p:cNvPr id="3" name="Slide Number Placeholder 2">
            <a:extLst>
              <a:ext uri="{FF2B5EF4-FFF2-40B4-BE49-F238E27FC236}">
                <a16:creationId xmlns:a16="http://schemas.microsoft.com/office/drawing/2014/main" id="{A7B04B47-EBAA-D07D-6B3A-C604D81FFD31}"/>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2</a:t>
            </a:fld>
            <a:endParaRPr lang="en-GB"/>
          </a:p>
        </p:txBody>
      </p:sp>
      <p:sp>
        <p:nvSpPr>
          <p:cNvPr id="5" name="Text Placeholder 11">
            <a:extLst>
              <a:ext uri="{FF2B5EF4-FFF2-40B4-BE49-F238E27FC236}">
                <a16:creationId xmlns:a16="http://schemas.microsoft.com/office/drawing/2014/main" id="{31E8052B-AF6D-D3A2-276E-18458E101223}"/>
              </a:ext>
            </a:extLst>
          </p:cNvPr>
          <p:cNvSpPr txBox="1">
            <a:spLocks/>
          </p:cNvSpPr>
          <p:nvPr/>
        </p:nvSpPr>
        <p:spPr>
          <a:xfrm>
            <a:off x="4001697" y="843546"/>
            <a:ext cx="7337808" cy="6131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714"/>
              </a:lnSpc>
              <a:buNone/>
            </a:pPr>
            <a:r>
              <a:rPr lang="en-US" sz="1400" b="1" dirty="0">
                <a:solidFill>
                  <a:srgbClr val="8C8C8C"/>
                </a:solidFill>
                <a:latin typeface="Arial" pitchFamily="34" charset="0"/>
                <a:ea typeface="Arial" pitchFamily="34" charset="-122"/>
                <a:cs typeface="Arial" pitchFamily="34" charset="-120"/>
              </a:rPr>
              <a:t>Growth since 2019 was equally uneven — median 98%, ranging from 19% to 302%, with half of LAs between 78% and 122%</a:t>
            </a:r>
            <a:endParaRPr lang="en-US" sz="1400" dirty="0"/>
          </a:p>
        </p:txBody>
      </p:sp>
      <p:sp>
        <p:nvSpPr>
          <p:cNvPr id="11" name="Shape 6">
            <a:extLst>
              <a:ext uri="{FF2B5EF4-FFF2-40B4-BE49-F238E27FC236}">
                <a16:creationId xmlns:a16="http://schemas.microsoft.com/office/drawing/2014/main" id="{2F411819-70BA-8D22-3E01-B5675E992CF2}"/>
              </a:ext>
            </a:extLst>
          </p:cNvPr>
          <p:cNvSpPr/>
          <p:nvPr/>
        </p:nvSpPr>
        <p:spPr>
          <a:xfrm>
            <a:off x="188234" y="1681535"/>
            <a:ext cx="5721268" cy="3827737"/>
          </a:xfrm>
          <a:prstGeom prst="rect">
            <a:avLst/>
          </a:prstGeom>
          <a:solidFill>
            <a:schemeClr val="bg1"/>
          </a:solidFill>
          <a:ln w="19050">
            <a:solidFill>
              <a:srgbClr val="9DBFBC"/>
            </a:solidFill>
            <a:prstDash val="dash"/>
          </a:ln>
        </p:spPr>
        <p:txBody>
          <a:bodyPr/>
          <a:lstStyle/>
          <a:p>
            <a:endParaRPr lang="en-GB"/>
          </a:p>
        </p:txBody>
      </p:sp>
      <p:sp>
        <p:nvSpPr>
          <p:cNvPr id="13" name="Text 11">
            <a:extLst>
              <a:ext uri="{FF2B5EF4-FFF2-40B4-BE49-F238E27FC236}">
                <a16:creationId xmlns:a16="http://schemas.microsoft.com/office/drawing/2014/main" id="{F34C55C4-FC33-FAFB-838C-E47DDB812E4E}"/>
              </a:ext>
            </a:extLst>
          </p:cNvPr>
          <p:cNvSpPr/>
          <p:nvPr/>
        </p:nvSpPr>
        <p:spPr>
          <a:xfrm>
            <a:off x="613683" y="7026658"/>
            <a:ext cx="8263255" cy="264716"/>
          </a:xfrm>
          <a:prstGeom prst="rect">
            <a:avLst/>
          </a:prstGeom>
          <a:noFill/>
          <a:ln/>
        </p:spPr>
        <p:txBody>
          <a:bodyPr wrap="square" lIns="25400" tIns="25400" rIns="25400" bIns="25400" rtlCol="0" anchor="t">
            <a:normAutofit lnSpcReduction="10000"/>
          </a:bodyPr>
          <a:lstStyle/>
          <a:p>
            <a:pPr marL="0" indent="0" algn="l">
              <a:lnSpc>
                <a:spcPct val="123103"/>
              </a:lnSpc>
              <a:buNone/>
            </a:pPr>
            <a:r>
              <a:rPr lang="en-US" sz="1275" b="1">
                <a:solidFill>
                  <a:srgbClr val="FFFFFF"/>
                </a:solidFill>
                <a:latin typeface="Arial" pitchFamily="34" charset="0"/>
                <a:ea typeface="Arial" pitchFamily="34" charset="-122"/>
                <a:cs typeface="Arial" pitchFamily="34" charset="-120"/>
              </a:rPr>
              <a:t>Call-out: </a:t>
            </a:r>
            <a:r>
              <a:rPr lang="en-US" sz="1275">
                <a:solidFill>
                  <a:srgbClr val="FFFFFF"/>
                </a:solidFill>
                <a:latin typeface="Arial" pitchFamily="34" charset="0"/>
                <a:ea typeface="Arial" pitchFamily="34" charset="-122"/>
                <a:cs typeface="Arial" pitchFamily="34" charset="-120"/>
              </a:rPr>
              <a:t>highest and lowest EHCP rates in 2026 — [LA] at [X]% and [LA] at [X]% (excl. CoL / IoS).</a:t>
            </a:r>
            <a:endParaRPr lang="en-US" sz="1275"/>
          </a:p>
        </p:txBody>
      </p:sp>
      <p:sp>
        <p:nvSpPr>
          <p:cNvPr id="19" name="Shape 14">
            <a:extLst>
              <a:ext uri="{FF2B5EF4-FFF2-40B4-BE49-F238E27FC236}">
                <a16:creationId xmlns:a16="http://schemas.microsoft.com/office/drawing/2014/main" id="{660C217D-156E-8860-F4F3-6105BA4910D8}"/>
              </a:ext>
            </a:extLst>
          </p:cNvPr>
          <p:cNvSpPr/>
          <p:nvPr/>
        </p:nvSpPr>
        <p:spPr>
          <a:xfrm>
            <a:off x="6096000" y="1659774"/>
            <a:ext cx="5721268" cy="3849498"/>
          </a:xfrm>
          <a:prstGeom prst="rect">
            <a:avLst/>
          </a:prstGeom>
          <a:solidFill>
            <a:schemeClr val="bg1"/>
          </a:solidFill>
          <a:ln w="19050">
            <a:solidFill>
              <a:srgbClr val="9DBFBC"/>
            </a:solidFill>
            <a:prstDash val="dash"/>
          </a:ln>
        </p:spPr>
        <p:txBody>
          <a:bodyPr/>
          <a:lstStyle/>
          <a:p>
            <a:endParaRPr lang="en-GB"/>
          </a:p>
        </p:txBody>
      </p:sp>
      <p:sp>
        <p:nvSpPr>
          <p:cNvPr id="21" name="Text 20">
            <a:extLst>
              <a:ext uri="{FF2B5EF4-FFF2-40B4-BE49-F238E27FC236}">
                <a16:creationId xmlns:a16="http://schemas.microsoft.com/office/drawing/2014/main" id="{CBDBD86D-E3E0-9C70-07E3-C18EFA606920}"/>
              </a:ext>
            </a:extLst>
          </p:cNvPr>
          <p:cNvSpPr/>
          <p:nvPr/>
        </p:nvSpPr>
        <p:spPr>
          <a:xfrm>
            <a:off x="188233" y="6565990"/>
            <a:ext cx="4274038" cy="264716"/>
          </a:xfrm>
          <a:prstGeom prst="rect">
            <a:avLst/>
          </a:prstGeom>
          <a:noFill/>
          <a:ln/>
        </p:spPr>
        <p:txBody>
          <a:bodyPr wrap="square" lIns="25400" tIns="25400" rIns="25400" bIns="25400" rtlCol="0" anchor="t">
            <a:normAutofit fontScale="92500"/>
          </a:bodyPr>
          <a:lstStyle/>
          <a:p>
            <a:pPr marL="0" indent="0" algn="l">
              <a:buNone/>
            </a:pPr>
            <a:r>
              <a:rPr lang="en-US" sz="800">
                <a:solidFill>
                  <a:srgbClr val="595959"/>
                </a:solidFill>
                <a:latin typeface="Arial" pitchFamily="34" charset="0"/>
                <a:ea typeface="Arial" pitchFamily="34" charset="-122"/>
                <a:cs typeface="Arial" pitchFamily="34" charset="-120"/>
              </a:rPr>
              <a:t>Source: MHCLG analysis of DfE EHCP data and ONS mid-year population estimates. City of London and Isles of Scilly excluded as small-number outliers.</a:t>
            </a:r>
            <a:endParaRPr lang="en-US" sz="800"/>
          </a:p>
        </p:txBody>
      </p:sp>
      <p:pic>
        <p:nvPicPr>
          <p:cNvPr id="7" name="Picture 6">
            <a:extLst>
              <a:ext uri="{FF2B5EF4-FFF2-40B4-BE49-F238E27FC236}">
                <a16:creationId xmlns:a16="http://schemas.microsoft.com/office/drawing/2014/main" id="{701379C5-8334-FEBE-C118-7C16ED4934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147" y="1992037"/>
            <a:ext cx="5627576" cy="3517235"/>
          </a:xfrm>
          <a:prstGeom prst="rect">
            <a:avLst/>
          </a:prstGeom>
        </p:spPr>
      </p:pic>
      <p:pic>
        <p:nvPicPr>
          <p:cNvPr id="14" name="Picture 13">
            <a:extLst>
              <a:ext uri="{FF2B5EF4-FFF2-40B4-BE49-F238E27FC236}">
                <a16:creationId xmlns:a16="http://schemas.microsoft.com/office/drawing/2014/main" id="{1DF4A3D0-11BE-449B-302E-6914F606FA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7954" y="1973469"/>
            <a:ext cx="5617359" cy="3510849"/>
          </a:xfrm>
          <a:prstGeom prst="rect">
            <a:avLst/>
          </a:prstGeom>
        </p:spPr>
      </p:pic>
      <p:sp>
        <p:nvSpPr>
          <p:cNvPr id="16" name="Shape 10">
            <a:extLst>
              <a:ext uri="{FF2B5EF4-FFF2-40B4-BE49-F238E27FC236}">
                <a16:creationId xmlns:a16="http://schemas.microsoft.com/office/drawing/2014/main" id="{7334C839-0C80-1E66-B13C-1588D6C42072}"/>
              </a:ext>
            </a:extLst>
          </p:cNvPr>
          <p:cNvSpPr/>
          <p:nvPr/>
        </p:nvSpPr>
        <p:spPr>
          <a:xfrm>
            <a:off x="188233" y="5561917"/>
            <a:ext cx="11678185" cy="1017465"/>
          </a:xfrm>
          <a:prstGeom prst="rect">
            <a:avLst/>
          </a:prstGeom>
          <a:solidFill>
            <a:srgbClr val="00625E"/>
          </a:solidFill>
          <a:ln/>
        </p:spPr>
        <p:txBody>
          <a:bodyPr/>
          <a:lstStyle/>
          <a:p>
            <a:endParaRPr lang="en-GB"/>
          </a:p>
        </p:txBody>
      </p:sp>
      <p:sp>
        <p:nvSpPr>
          <p:cNvPr id="18" name="Text 13">
            <a:extLst>
              <a:ext uri="{FF2B5EF4-FFF2-40B4-BE49-F238E27FC236}">
                <a16:creationId xmlns:a16="http://schemas.microsoft.com/office/drawing/2014/main" id="{4ECE7195-8457-A3D0-C4CF-3A28D1BAD7B6}"/>
              </a:ext>
            </a:extLst>
          </p:cNvPr>
          <p:cNvSpPr/>
          <p:nvPr/>
        </p:nvSpPr>
        <p:spPr>
          <a:xfrm>
            <a:off x="226336" y="5672049"/>
            <a:ext cx="11351166" cy="958334"/>
          </a:xfrm>
          <a:prstGeom prst="rect">
            <a:avLst/>
          </a:prstGeom>
          <a:noFill/>
          <a:ln/>
        </p:spPr>
        <p:txBody>
          <a:bodyPr wrap="square" lIns="25400" tIns="25400" rIns="25400" bIns="25400" rtlCol="0" anchor="t">
            <a:normAutofit lnSpcReduction="10000"/>
          </a:bodyPr>
          <a:lstStyle/>
          <a:p>
            <a:pPr marL="285750" indent="-285750">
              <a:buFont typeface="Arial" panose="020B0604020202020204" pitchFamily="34" charset="0"/>
              <a:buChar char="•"/>
            </a:pPr>
            <a:r>
              <a:rPr lang="en-GB" sz="1200" b="1">
                <a:solidFill>
                  <a:schemeClr val="bg1"/>
                </a:solidFill>
              </a:rPr>
              <a:t>Growth is happening everywhere.</a:t>
            </a:r>
            <a:r>
              <a:rPr lang="en-GB" sz="1200">
                <a:solidFill>
                  <a:schemeClr val="bg1"/>
                </a:solidFill>
              </a:rPr>
              <a:t> The typical local authority's EHCP caseload has roughly doubled since 2018/19. This is a national pattern, not a handful of outliers</a:t>
            </a:r>
            <a:r>
              <a:rPr lang="en-GB" sz="1200" b="1">
                <a:solidFill>
                  <a:schemeClr val="bg1"/>
                </a:solidFill>
              </a:rPr>
              <a:t>.</a:t>
            </a:r>
            <a:r>
              <a:rPr lang="en-GB" sz="1200">
                <a:solidFill>
                  <a:schemeClr val="bg1"/>
                </a:solidFill>
              </a:rPr>
              <a:t> The slowest growing area rose by 19% over the period; the fastest by 302%. Even setting the extremes aside, half of areas fall somewhere between 78% and 122%.</a:t>
            </a:r>
          </a:p>
          <a:p>
            <a:pPr marL="285750" indent="-285750">
              <a:buFont typeface="Arial" panose="020B0604020202020204" pitchFamily="34" charset="0"/>
              <a:buChar char="•"/>
            </a:pPr>
            <a:r>
              <a:rPr lang="en-GB" sz="1200" b="1">
                <a:solidFill>
                  <a:schemeClr val="bg1"/>
                </a:solidFill>
              </a:rPr>
              <a:t>Large discrepancies between LAs.</a:t>
            </a:r>
            <a:r>
              <a:rPr lang="en-GB" sz="1200">
                <a:solidFill>
                  <a:schemeClr val="bg1"/>
                </a:solidFill>
              </a:rPr>
              <a:t> In 2025/26 the highest local authority supports 73 plans per 1,000 young people; the lowest supports 16 — </a:t>
            </a:r>
            <a:r>
              <a:rPr lang="en-GB" sz="1200" b="1">
                <a:solidFill>
                  <a:schemeClr val="bg1"/>
                </a:solidFill>
              </a:rPr>
              <a:t>more than four times the difference</a:t>
            </a:r>
            <a:r>
              <a:rPr lang="en-GB" sz="1200">
                <a:solidFill>
                  <a:schemeClr val="bg1"/>
                </a:solidFill>
              </a:rPr>
              <a:t>.</a:t>
            </a:r>
          </a:p>
        </p:txBody>
      </p:sp>
    </p:spTree>
    <p:extLst>
      <p:ext uri="{BB962C8B-B14F-4D97-AF65-F5344CB8AC3E}">
        <p14:creationId xmlns:p14="http://schemas.microsoft.com/office/powerpoint/2010/main" val="61325923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504C5-F248-DEFF-CF1D-DDFFD52B13FA}"/>
            </a:ext>
          </a:extLst>
        </p:cNvPr>
        <p:cNvGrpSpPr/>
        <p:nvPr/>
      </p:nvGrpSpPr>
      <p:grpSpPr>
        <a:xfrm>
          <a:off x="0" y="0"/>
          <a:ext cx="0" cy="0"/>
          <a:chOff x="0" y="0"/>
          <a:chExt cx="0" cy="0"/>
        </a:xfrm>
      </p:grpSpPr>
      <p:sp>
        <p:nvSpPr>
          <p:cNvPr id="10" name="Shape 6">
            <a:extLst>
              <a:ext uri="{FF2B5EF4-FFF2-40B4-BE49-F238E27FC236}">
                <a16:creationId xmlns:a16="http://schemas.microsoft.com/office/drawing/2014/main" id="{58A6E79B-D81E-EAB0-7371-2EE8B9ABEAEF}"/>
              </a:ext>
            </a:extLst>
          </p:cNvPr>
          <p:cNvSpPr/>
          <p:nvPr/>
        </p:nvSpPr>
        <p:spPr>
          <a:xfrm>
            <a:off x="188937" y="1579785"/>
            <a:ext cx="5724182" cy="3897754"/>
          </a:xfrm>
          <a:prstGeom prst="rect">
            <a:avLst/>
          </a:prstGeom>
          <a:solidFill>
            <a:schemeClr val="bg1"/>
          </a:solidFill>
          <a:ln w="19050">
            <a:solidFill>
              <a:srgbClr val="9DBFBC"/>
            </a:solidFill>
            <a:prstDash val="dash"/>
          </a:ln>
        </p:spPr>
        <p:txBody>
          <a:bodyPr/>
          <a:lstStyle/>
          <a:p>
            <a:endParaRPr lang="en-GB"/>
          </a:p>
        </p:txBody>
      </p:sp>
      <p:sp>
        <p:nvSpPr>
          <p:cNvPr id="6" name="Shape 6">
            <a:extLst>
              <a:ext uri="{FF2B5EF4-FFF2-40B4-BE49-F238E27FC236}">
                <a16:creationId xmlns:a16="http://schemas.microsoft.com/office/drawing/2014/main" id="{35B6A369-17FC-1115-A350-4C0DD49D4E48}"/>
              </a:ext>
            </a:extLst>
          </p:cNvPr>
          <p:cNvSpPr/>
          <p:nvPr/>
        </p:nvSpPr>
        <p:spPr>
          <a:xfrm>
            <a:off x="6192174" y="1556595"/>
            <a:ext cx="5528021" cy="3897754"/>
          </a:xfrm>
          <a:prstGeom prst="rect">
            <a:avLst/>
          </a:prstGeom>
          <a:solidFill>
            <a:schemeClr val="bg1"/>
          </a:solidFill>
          <a:ln w="19050">
            <a:solidFill>
              <a:srgbClr val="9DBFBC"/>
            </a:solidFill>
            <a:prstDash val="dash"/>
          </a:ln>
        </p:spPr>
        <p:txBody>
          <a:bodyPr/>
          <a:lstStyle/>
          <a:p>
            <a:endParaRPr lang="en-GB"/>
          </a:p>
        </p:txBody>
      </p:sp>
      <p:sp>
        <p:nvSpPr>
          <p:cNvPr id="2" name="Title 1">
            <a:extLst>
              <a:ext uri="{FF2B5EF4-FFF2-40B4-BE49-F238E27FC236}">
                <a16:creationId xmlns:a16="http://schemas.microsoft.com/office/drawing/2014/main" id="{42CDD54B-75E2-C6F6-DBED-3A7F13BF6935}"/>
              </a:ext>
            </a:extLst>
          </p:cNvPr>
          <p:cNvSpPr>
            <a:spLocks noGrp="1" noRot="1" noMove="1" noResize="1" noEditPoints="1" noAdjustHandles="1" noChangeArrowheads="1" noChangeShapeType="1"/>
          </p:cNvSpPr>
          <p:nvPr>
            <p:ph type="title"/>
          </p:nvPr>
        </p:nvSpPr>
        <p:spPr>
          <a:xfrm>
            <a:off x="4105656" y="227001"/>
            <a:ext cx="7618405" cy="664797"/>
          </a:xfrm>
        </p:spPr>
        <p:txBody>
          <a:bodyPr/>
          <a:lstStyle/>
          <a:p>
            <a:r>
              <a:rPr lang="en-US" sz="2400"/>
              <a:t>EHCP Rates in 2026 show slight regional pattern across Local Authorities</a:t>
            </a:r>
          </a:p>
        </p:txBody>
      </p:sp>
      <p:sp>
        <p:nvSpPr>
          <p:cNvPr id="3" name="Slide Number Placeholder 2">
            <a:extLst>
              <a:ext uri="{FF2B5EF4-FFF2-40B4-BE49-F238E27FC236}">
                <a16:creationId xmlns:a16="http://schemas.microsoft.com/office/drawing/2014/main" id="{42E82565-586F-6C87-86FC-5F99E0F46431}"/>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3</a:t>
            </a:fld>
            <a:endParaRPr lang="en-GB"/>
          </a:p>
        </p:txBody>
      </p:sp>
      <p:sp>
        <p:nvSpPr>
          <p:cNvPr id="4" name="Text Placeholder 11">
            <a:extLst>
              <a:ext uri="{FF2B5EF4-FFF2-40B4-BE49-F238E27FC236}">
                <a16:creationId xmlns:a16="http://schemas.microsoft.com/office/drawing/2014/main" id="{9C6AB4FE-3583-60A5-9385-4AAE10C93013}"/>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7" name="TextBox 6">
            <a:extLst>
              <a:ext uri="{FF2B5EF4-FFF2-40B4-BE49-F238E27FC236}">
                <a16:creationId xmlns:a16="http://schemas.microsoft.com/office/drawing/2014/main" id="{9D1CFF4D-83BF-2730-B498-50C72FAC050C}"/>
              </a:ext>
            </a:extLst>
          </p:cNvPr>
          <p:cNvSpPr txBox="1"/>
          <p:nvPr/>
        </p:nvSpPr>
        <p:spPr>
          <a:xfrm>
            <a:off x="2904115" y="891798"/>
            <a:ext cx="9144410" cy="570605"/>
          </a:xfrm>
          <a:prstGeom prst="rect">
            <a:avLst/>
          </a:prstGeom>
          <a:noFill/>
        </p:spPr>
        <p:txBody>
          <a:bodyPr wrap="square" lIns="91440" tIns="45720" rIns="91440" bIns="45720" anchor="t">
            <a:spAutoFit/>
          </a:bodyPr>
          <a:lstStyle/>
          <a:p>
            <a:pPr marL="0" indent="0" algn="l">
              <a:lnSpc>
                <a:spcPct val="115714"/>
              </a:lnSpc>
              <a:buNone/>
            </a:pPr>
            <a:r>
              <a:rPr lang="en-US" sz="1400" b="1">
                <a:solidFill>
                  <a:srgbClr val="8C8C8C"/>
                </a:solidFill>
                <a:latin typeface="Arial"/>
                <a:ea typeface="Arial" pitchFamily="34" charset="-122"/>
                <a:cs typeface="Arial"/>
              </a:rPr>
              <a:t>Growth since 2018 shows clear growth primarily affecting non-London Local authorities, map trends indicate that more extreme % changes across rates and Growth increase as we stray further from London</a:t>
            </a:r>
          </a:p>
        </p:txBody>
      </p:sp>
      <p:sp>
        <p:nvSpPr>
          <p:cNvPr id="17" name="Shape 28">
            <a:extLst>
              <a:ext uri="{FF2B5EF4-FFF2-40B4-BE49-F238E27FC236}">
                <a16:creationId xmlns:a16="http://schemas.microsoft.com/office/drawing/2014/main" id="{F0F29D44-078D-BAC3-EC98-1AFD81C780A9}"/>
              </a:ext>
            </a:extLst>
          </p:cNvPr>
          <p:cNvSpPr/>
          <p:nvPr/>
        </p:nvSpPr>
        <p:spPr>
          <a:xfrm>
            <a:off x="188936" y="5594921"/>
            <a:ext cx="5724183" cy="742562"/>
          </a:xfrm>
          <a:prstGeom prst="rect">
            <a:avLst/>
          </a:prstGeom>
          <a:solidFill>
            <a:srgbClr val="00625E"/>
          </a:solidFill>
          <a:ln/>
        </p:spPr>
        <p:txBody>
          <a:bodyPr/>
          <a:lstStyle/>
          <a:p>
            <a:endParaRPr lang="en-GB"/>
          </a:p>
        </p:txBody>
      </p:sp>
      <p:sp>
        <p:nvSpPr>
          <p:cNvPr id="15" name="Text 29">
            <a:extLst>
              <a:ext uri="{FF2B5EF4-FFF2-40B4-BE49-F238E27FC236}">
                <a16:creationId xmlns:a16="http://schemas.microsoft.com/office/drawing/2014/main" id="{9D09C12C-7430-52FF-EA67-132FE2C91A01}"/>
              </a:ext>
            </a:extLst>
          </p:cNvPr>
          <p:cNvSpPr/>
          <p:nvPr/>
        </p:nvSpPr>
        <p:spPr>
          <a:xfrm>
            <a:off x="188936" y="5626461"/>
            <a:ext cx="5687007" cy="742562"/>
          </a:xfrm>
          <a:prstGeom prst="rect">
            <a:avLst/>
          </a:prstGeom>
          <a:noFill/>
          <a:ln/>
        </p:spPr>
        <p:txBody>
          <a:bodyPr wrap="square" lIns="25400" tIns="25400" rIns="25400" bIns="25400" rtlCol="0" anchor="t">
            <a:noAutofit/>
          </a:bodyPr>
          <a:lstStyle/>
          <a:p>
            <a:pPr marL="0" indent="0" algn="ctr">
              <a:lnSpc>
                <a:spcPct val="120000"/>
              </a:lnSpc>
              <a:buNone/>
            </a:pPr>
            <a:r>
              <a:rPr lang="en-US" sz="1100" b="1" dirty="0">
                <a:solidFill>
                  <a:srgbClr val="FFFFFF"/>
                </a:solidFill>
                <a:latin typeface="Arial" pitchFamily="34" charset="0"/>
                <a:ea typeface="Arial" pitchFamily="34" charset="-122"/>
                <a:cs typeface="Arial" pitchFamily="34" charset="-120"/>
              </a:rPr>
              <a:t>Higher rates cluster in the South West, East and parts of the North (the far North, and pockets of the North West and Yorkshire). Large majority of London boroughs sit in the two lowest bands.</a:t>
            </a:r>
            <a:endParaRPr lang="en-US" sz="1100" dirty="0">
              <a:solidFill>
                <a:srgbClr val="FFFFFF"/>
              </a:solidFill>
              <a:latin typeface="Arial" pitchFamily="34" charset="0"/>
              <a:cs typeface="Arial" pitchFamily="34" charset="-120"/>
            </a:endParaRPr>
          </a:p>
          <a:p>
            <a:pPr marL="0" indent="0" algn="ctr">
              <a:lnSpc>
                <a:spcPct val="120000"/>
              </a:lnSpc>
              <a:buNone/>
            </a:pPr>
            <a:endParaRPr lang="en-US" sz="1100" dirty="0">
              <a:solidFill>
                <a:srgbClr val="FFFFFF"/>
              </a:solidFill>
              <a:latin typeface="Arial" pitchFamily="34" charset="0"/>
              <a:cs typeface="Arial" pitchFamily="34" charset="-120"/>
            </a:endParaRPr>
          </a:p>
          <a:p>
            <a:pPr marL="0" indent="0" algn="ctr">
              <a:lnSpc>
                <a:spcPct val="120000"/>
              </a:lnSpc>
              <a:buNone/>
            </a:pPr>
            <a:endParaRPr lang="en-US" sz="1100" dirty="0"/>
          </a:p>
        </p:txBody>
      </p:sp>
      <p:sp>
        <p:nvSpPr>
          <p:cNvPr id="25" name="Shape 28">
            <a:extLst>
              <a:ext uri="{FF2B5EF4-FFF2-40B4-BE49-F238E27FC236}">
                <a16:creationId xmlns:a16="http://schemas.microsoft.com/office/drawing/2014/main" id="{3F070B88-E0B4-4EC3-D92B-5C9953574950}"/>
              </a:ext>
            </a:extLst>
          </p:cNvPr>
          <p:cNvSpPr/>
          <p:nvPr/>
        </p:nvSpPr>
        <p:spPr>
          <a:xfrm>
            <a:off x="6196039" y="5594922"/>
            <a:ext cx="5528021" cy="742562"/>
          </a:xfrm>
          <a:prstGeom prst="rect">
            <a:avLst/>
          </a:prstGeom>
          <a:solidFill>
            <a:srgbClr val="00625E"/>
          </a:solidFill>
          <a:ln/>
        </p:spPr>
        <p:txBody>
          <a:bodyPr/>
          <a:lstStyle/>
          <a:p>
            <a:endParaRPr lang="en-GB"/>
          </a:p>
        </p:txBody>
      </p:sp>
      <p:sp>
        <p:nvSpPr>
          <p:cNvPr id="27" name="Text 29">
            <a:extLst>
              <a:ext uri="{FF2B5EF4-FFF2-40B4-BE49-F238E27FC236}">
                <a16:creationId xmlns:a16="http://schemas.microsoft.com/office/drawing/2014/main" id="{2306BF94-11F0-9D52-F1C7-BAD4537AE416}"/>
              </a:ext>
            </a:extLst>
          </p:cNvPr>
          <p:cNvSpPr/>
          <p:nvPr/>
        </p:nvSpPr>
        <p:spPr>
          <a:xfrm>
            <a:off x="6231814" y="5632065"/>
            <a:ext cx="5448739" cy="570605"/>
          </a:xfrm>
          <a:prstGeom prst="rect">
            <a:avLst/>
          </a:prstGeom>
          <a:noFill/>
          <a:ln/>
        </p:spPr>
        <p:txBody>
          <a:bodyPr wrap="square" lIns="25400" tIns="25400" rIns="25400" bIns="25400" rtlCol="0" anchor="t">
            <a:noAutofit/>
          </a:bodyPr>
          <a:lstStyle/>
          <a:p>
            <a:pPr algn="ctr">
              <a:lnSpc>
                <a:spcPct val="120000"/>
              </a:lnSpc>
            </a:pPr>
            <a:r>
              <a:rPr lang="en-GB" sz="1100" b="1" dirty="0">
                <a:solidFill>
                  <a:schemeClr val="bg1"/>
                </a:solidFill>
                <a:latin typeface="Arial" panose="020B0604020202020204" pitchFamily="34" charset="0"/>
                <a:cs typeface="Arial" panose="020B0604020202020204" pitchFamily="34" charset="0"/>
              </a:rPr>
              <a:t>The biggest increases — and the more modest ones — are both concentrated outside London. Within London, we see less clusters of lower growth across boroughs. With exception to Newham with the highest growth (302%)</a:t>
            </a:r>
            <a:endParaRPr lang="en-US" sz="1100" b="1" dirty="0">
              <a:solidFill>
                <a:schemeClr val="bg1"/>
              </a:solidFill>
              <a:latin typeface="Arial" panose="020B0604020202020204" pitchFamily="34" charset="0"/>
              <a:cs typeface="Arial" panose="020B0604020202020204" pitchFamily="34" charset="0"/>
            </a:endParaRPr>
          </a:p>
          <a:p>
            <a:pPr marL="0" indent="0" algn="ctr">
              <a:lnSpc>
                <a:spcPct val="120000"/>
              </a:lnSpc>
              <a:buNone/>
            </a:pPr>
            <a:endParaRPr lang="en-US" sz="1100" b="1" dirty="0">
              <a:solidFill>
                <a:schemeClr val="bg1"/>
              </a:solidFill>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3197E8DB-1927-1E4F-D56B-54E719FB5E34}"/>
              </a:ext>
            </a:extLst>
          </p:cNvPr>
          <p:cNvPicPr>
            <a:picLocks noChangeAspect="1"/>
          </p:cNvPicPr>
          <p:nvPr/>
        </p:nvPicPr>
        <p:blipFill>
          <a:blip r:embed="rId4">
            <a:extLst>
              <a:ext uri="{28A0092B-C50C-407E-A947-70E740481C1C}">
                <a14:useLocalDpi xmlns:a14="http://schemas.microsoft.com/office/drawing/2010/main" val="0"/>
              </a:ext>
            </a:extLst>
          </a:blip>
          <a:srcRect b="5762"/>
          <a:stretch>
            <a:fillRect/>
          </a:stretch>
        </p:blipFill>
        <p:spPr>
          <a:xfrm>
            <a:off x="2178547" y="1627014"/>
            <a:ext cx="3594393" cy="3810698"/>
          </a:xfrm>
          <a:prstGeom prst="rect">
            <a:avLst/>
          </a:prstGeom>
        </p:spPr>
      </p:pic>
      <p:pic>
        <p:nvPicPr>
          <p:cNvPr id="13" name="Picture 12">
            <a:extLst>
              <a:ext uri="{FF2B5EF4-FFF2-40B4-BE49-F238E27FC236}">
                <a16:creationId xmlns:a16="http://schemas.microsoft.com/office/drawing/2014/main" id="{A83DBDB5-F030-E71A-777C-C0374CC92BCC}"/>
              </a:ext>
            </a:extLst>
          </p:cNvPr>
          <p:cNvPicPr>
            <a:picLocks noChangeAspect="1"/>
          </p:cNvPicPr>
          <p:nvPr/>
        </p:nvPicPr>
        <p:blipFill>
          <a:blip r:embed="rId5">
            <a:extLst>
              <a:ext uri="{28A0092B-C50C-407E-A947-70E740481C1C}">
                <a14:useLocalDpi xmlns:a14="http://schemas.microsoft.com/office/drawing/2010/main" val="0"/>
              </a:ext>
            </a:extLst>
          </a:blip>
          <a:srcRect l="3885" t="14107" r="15194" b="12876"/>
          <a:stretch>
            <a:fillRect/>
          </a:stretch>
        </p:blipFill>
        <p:spPr>
          <a:xfrm>
            <a:off x="239356" y="2147217"/>
            <a:ext cx="2988434" cy="2359482"/>
          </a:xfrm>
          <a:prstGeom prst="rect">
            <a:avLst/>
          </a:prstGeom>
        </p:spPr>
      </p:pic>
      <p:pic>
        <p:nvPicPr>
          <p:cNvPr id="16" name="Picture 15">
            <a:extLst>
              <a:ext uri="{FF2B5EF4-FFF2-40B4-BE49-F238E27FC236}">
                <a16:creationId xmlns:a16="http://schemas.microsoft.com/office/drawing/2014/main" id="{5443EB7E-7931-0B2E-EE05-CA535A0D8AA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36529" y="1607384"/>
            <a:ext cx="3374378" cy="3796175"/>
          </a:xfrm>
          <a:prstGeom prst="rect">
            <a:avLst/>
          </a:prstGeom>
        </p:spPr>
      </p:pic>
      <p:pic>
        <p:nvPicPr>
          <p:cNvPr id="19" name="Picture 18">
            <a:extLst>
              <a:ext uri="{FF2B5EF4-FFF2-40B4-BE49-F238E27FC236}">
                <a16:creationId xmlns:a16="http://schemas.microsoft.com/office/drawing/2014/main" id="{CCD2011F-2514-1D06-881C-6127A086B8EB}"/>
              </a:ext>
            </a:extLst>
          </p:cNvPr>
          <p:cNvPicPr>
            <a:picLocks noChangeAspect="1"/>
          </p:cNvPicPr>
          <p:nvPr/>
        </p:nvPicPr>
        <p:blipFill>
          <a:blip r:embed="rId7">
            <a:extLst>
              <a:ext uri="{28A0092B-C50C-407E-A947-70E740481C1C}">
                <a14:useLocalDpi xmlns:a14="http://schemas.microsoft.com/office/drawing/2010/main" val="0"/>
              </a:ext>
            </a:extLst>
          </a:blip>
          <a:srcRect l="3598" t="15044" r="16951" b="12663"/>
          <a:stretch>
            <a:fillRect/>
          </a:stretch>
        </p:blipFill>
        <p:spPr>
          <a:xfrm>
            <a:off x="6515261" y="2147217"/>
            <a:ext cx="2674097" cy="2129078"/>
          </a:xfrm>
          <a:prstGeom prst="rect">
            <a:avLst/>
          </a:prstGeom>
        </p:spPr>
      </p:pic>
    </p:spTree>
    <p:extLst>
      <p:ext uri="{BB962C8B-B14F-4D97-AF65-F5344CB8AC3E}">
        <p14:creationId xmlns:p14="http://schemas.microsoft.com/office/powerpoint/2010/main" val="1038869848"/>
      </p:ext>
    </p:extLst>
  </p:cSld>
  <p:clrMapOvr>
    <a:masterClrMapping/>
  </p:clrMapOvr>
  <p:transition>
    <p:fade/>
  </p:transition>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ABF0-B22D-9F48-8153-5961326D6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F264B-5001-80A8-A3D1-3617BBE28889}"/>
              </a:ext>
            </a:extLst>
          </p:cNvPr>
          <p:cNvSpPr>
            <a:spLocks noGrp="1" noRot="1" noMove="1" noResize="1" noEditPoints="1" noAdjustHandles="1" noChangeArrowheads="1" noChangeShapeType="1"/>
          </p:cNvSpPr>
          <p:nvPr>
            <p:ph type="title"/>
          </p:nvPr>
        </p:nvSpPr>
        <p:spPr>
          <a:xfrm>
            <a:off x="4105656" y="401279"/>
            <a:ext cx="7618405" cy="490519"/>
          </a:xfrm>
        </p:spPr>
        <p:txBody>
          <a:bodyPr/>
          <a:lstStyle/>
          <a:p>
            <a:pPr algn="l">
              <a:lnSpc>
                <a:spcPct val="103250"/>
              </a:lnSpc>
            </a:pPr>
            <a:r>
              <a:rPr lang="en-GB" sz="1600" dirty="0"/>
              <a:t>EHCP rates sit close to 4% of pupils in every type of local authority — the differences are between individual authorities, not between authority types</a:t>
            </a:r>
            <a:endParaRPr lang="en-US" sz="1600" dirty="0"/>
          </a:p>
        </p:txBody>
      </p:sp>
      <p:sp>
        <p:nvSpPr>
          <p:cNvPr id="3" name="Slide Number Placeholder 2">
            <a:extLst>
              <a:ext uri="{FF2B5EF4-FFF2-40B4-BE49-F238E27FC236}">
                <a16:creationId xmlns:a16="http://schemas.microsoft.com/office/drawing/2014/main" id="{4F256EF4-EA99-7E19-3A9C-4682FDE6067C}"/>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4</a:t>
            </a:fld>
            <a:endParaRPr lang="en-GB"/>
          </a:p>
        </p:txBody>
      </p:sp>
      <p:sp>
        <p:nvSpPr>
          <p:cNvPr id="5" name="Text Placeholder 11">
            <a:extLst>
              <a:ext uri="{FF2B5EF4-FFF2-40B4-BE49-F238E27FC236}">
                <a16:creationId xmlns:a16="http://schemas.microsoft.com/office/drawing/2014/main" id="{222AE40A-8D91-30BD-26BB-72E343D1972B}"/>
              </a:ext>
            </a:extLst>
          </p:cNvPr>
          <p:cNvSpPr txBox="1">
            <a:spLocks/>
          </p:cNvSpPr>
          <p:nvPr/>
        </p:nvSpPr>
        <p:spPr>
          <a:xfrm>
            <a:off x="4003113" y="842050"/>
            <a:ext cx="5420093" cy="6131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714"/>
              </a:lnSpc>
              <a:buNone/>
            </a:pPr>
            <a:r>
              <a:rPr lang="en-US" sz="1100" b="1" dirty="0">
                <a:solidFill>
                  <a:srgbClr val="8C8C8C"/>
                </a:solidFill>
                <a:ea typeface="Arial" pitchFamily="34" charset="-122"/>
                <a:cs typeface="Arial"/>
              </a:rPr>
              <a:t>Median Rates span just 0.8% across 5 authority classes, less than the 1.0 points spread </a:t>
            </a:r>
            <a:r>
              <a:rPr lang="en-US" sz="1200" b="1" dirty="0">
                <a:solidFill>
                  <a:srgbClr val="8C8C8C"/>
                </a:solidFill>
                <a:ea typeface="Arial" pitchFamily="34" charset="-122"/>
                <a:cs typeface="Arial"/>
              </a:rPr>
              <a:t>found</a:t>
            </a:r>
            <a:r>
              <a:rPr lang="en-US" sz="1100" b="1" dirty="0">
                <a:solidFill>
                  <a:srgbClr val="8C8C8C"/>
                </a:solidFill>
                <a:ea typeface="Arial" pitchFamily="34" charset="-122"/>
                <a:cs typeface="Arial"/>
              </a:rPr>
              <a:t> within a typical class</a:t>
            </a:r>
          </a:p>
        </p:txBody>
      </p:sp>
      <p:sp>
        <p:nvSpPr>
          <p:cNvPr id="11" name="Shape 6">
            <a:extLst>
              <a:ext uri="{FF2B5EF4-FFF2-40B4-BE49-F238E27FC236}">
                <a16:creationId xmlns:a16="http://schemas.microsoft.com/office/drawing/2014/main" id="{CEF7673F-7CE2-F852-7012-BF323063B417}"/>
              </a:ext>
            </a:extLst>
          </p:cNvPr>
          <p:cNvSpPr/>
          <p:nvPr/>
        </p:nvSpPr>
        <p:spPr>
          <a:xfrm>
            <a:off x="188234" y="1681535"/>
            <a:ext cx="5721268" cy="3827737"/>
          </a:xfrm>
          <a:prstGeom prst="rect">
            <a:avLst/>
          </a:prstGeom>
          <a:solidFill>
            <a:schemeClr val="bg1"/>
          </a:solidFill>
          <a:ln w="19050">
            <a:solidFill>
              <a:srgbClr val="9DBFBC"/>
            </a:solidFill>
            <a:prstDash val="dash"/>
          </a:ln>
        </p:spPr>
        <p:txBody>
          <a:bodyPr/>
          <a:lstStyle/>
          <a:p>
            <a:endParaRPr lang="en-GB"/>
          </a:p>
        </p:txBody>
      </p:sp>
      <p:sp>
        <p:nvSpPr>
          <p:cNvPr id="19" name="Shape 14">
            <a:extLst>
              <a:ext uri="{FF2B5EF4-FFF2-40B4-BE49-F238E27FC236}">
                <a16:creationId xmlns:a16="http://schemas.microsoft.com/office/drawing/2014/main" id="{EF3ABAC5-6861-4C95-80AF-C292C6E74936}"/>
              </a:ext>
            </a:extLst>
          </p:cNvPr>
          <p:cNvSpPr/>
          <p:nvPr/>
        </p:nvSpPr>
        <p:spPr>
          <a:xfrm>
            <a:off x="6096000" y="1659774"/>
            <a:ext cx="5721268" cy="3849498"/>
          </a:xfrm>
          <a:prstGeom prst="rect">
            <a:avLst/>
          </a:prstGeom>
          <a:solidFill>
            <a:schemeClr val="bg1"/>
          </a:solidFill>
          <a:ln w="19050">
            <a:solidFill>
              <a:srgbClr val="9DBFBC"/>
            </a:solidFill>
            <a:prstDash val="dash"/>
          </a:ln>
        </p:spPr>
        <p:txBody>
          <a:bodyPr/>
          <a:lstStyle/>
          <a:p>
            <a:endParaRPr lang="en-GB"/>
          </a:p>
        </p:txBody>
      </p:sp>
      <p:sp>
        <p:nvSpPr>
          <p:cNvPr id="21" name="Text 20">
            <a:extLst>
              <a:ext uri="{FF2B5EF4-FFF2-40B4-BE49-F238E27FC236}">
                <a16:creationId xmlns:a16="http://schemas.microsoft.com/office/drawing/2014/main" id="{34BE793D-C500-F9C8-432F-92AB5D99AB0A}"/>
              </a:ext>
            </a:extLst>
          </p:cNvPr>
          <p:cNvSpPr/>
          <p:nvPr/>
        </p:nvSpPr>
        <p:spPr>
          <a:xfrm>
            <a:off x="188233" y="6565990"/>
            <a:ext cx="4274038" cy="264716"/>
          </a:xfrm>
          <a:prstGeom prst="rect">
            <a:avLst/>
          </a:prstGeom>
          <a:noFill/>
          <a:ln/>
        </p:spPr>
        <p:txBody>
          <a:bodyPr wrap="square" lIns="25400" tIns="25400" rIns="25400" bIns="25400" rtlCol="0" anchor="t">
            <a:normAutofit/>
          </a:bodyPr>
          <a:lstStyle/>
          <a:p>
            <a:pPr marL="0" indent="0" algn="l">
              <a:buNone/>
            </a:pPr>
            <a:r>
              <a:rPr lang="en-US" sz="800" dirty="0">
                <a:solidFill>
                  <a:srgbClr val="595959"/>
                </a:solidFill>
                <a:latin typeface="Arial" pitchFamily="34" charset="0"/>
                <a:ea typeface="Arial" pitchFamily="34" charset="-122"/>
                <a:cs typeface="Arial" pitchFamily="34" charset="-120"/>
              </a:rPr>
              <a:t>Source: MHCLG analysis of DfE EHCP data and ONS mid-year population estimates. </a:t>
            </a:r>
            <a:endParaRPr lang="en-US" sz="800" dirty="0"/>
          </a:p>
        </p:txBody>
      </p:sp>
      <p:sp>
        <p:nvSpPr>
          <p:cNvPr id="16" name="Shape 10">
            <a:extLst>
              <a:ext uri="{FF2B5EF4-FFF2-40B4-BE49-F238E27FC236}">
                <a16:creationId xmlns:a16="http://schemas.microsoft.com/office/drawing/2014/main" id="{FC3DEDBB-3D8E-C674-6B87-B0538FEC6A72}"/>
              </a:ext>
            </a:extLst>
          </p:cNvPr>
          <p:cNvSpPr/>
          <p:nvPr/>
        </p:nvSpPr>
        <p:spPr>
          <a:xfrm>
            <a:off x="188233" y="5561917"/>
            <a:ext cx="11678185" cy="1017465"/>
          </a:xfrm>
          <a:prstGeom prst="rect">
            <a:avLst/>
          </a:prstGeom>
          <a:solidFill>
            <a:srgbClr val="00625E"/>
          </a:solidFill>
          <a:ln/>
        </p:spPr>
        <p:txBody>
          <a:bodyPr/>
          <a:lstStyle/>
          <a:p>
            <a:endParaRPr lang="en-GB"/>
          </a:p>
        </p:txBody>
      </p:sp>
      <p:sp>
        <p:nvSpPr>
          <p:cNvPr id="18" name="Text 13">
            <a:extLst>
              <a:ext uri="{FF2B5EF4-FFF2-40B4-BE49-F238E27FC236}">
                <a16:creationId xmlns:a16="http://schemas.microsoft.com/office/drawing/2014/main" id="{26A277E5-FD01-03C6-9BCC-618EF404D5BC}"/>
              </a:ext>
            </a:extLst>
          </p:cNvPr>
          <p:cNvSpPr/>
          <p:nvPr/>
        </p:nvSpPr>
        <p:spPr>
          <a:xfrm>
            <a:off x="226336" y="5621048"/>
            <a:ext cx="11640082" cy="958334"/>
          </a:xfrm>
          <a:prstGeom prst="rect">
            <a:avLst/>
          </a:prstGeom>
          <a:noFill/>
          <a:ln/>
        </p:spPr>
        <p:txBody>
          <a:bodyPr wrap="square" lIns="25400" tIns="25400" rIns="25400" bIns="25400" rtlCol="0" anchor="t">
            <a:normAutofit/>
          </a:bodyPr>
          <a:lstStyle/>
          <a:p>
            <a:r>
              <a:rPr lang="en-GB" sz="1000" b="1" dirty="0">
                <a:solidFill>
                  <a:schemeClr val="bg1"/>
                </a:solidFill>
              </a:rPr>
              <a:t>• Growth ran far ahead in some authority types than others.</a:t>
            </a:r>
            <a:r>
              <a:rPr lang="en-GB" sz="1000" dirty="0">
                <a:solidFill>
                  <a:schemeClr val="bg1"/>
                </a:solidFill>
              </a:rPr>
              <a:t> Every class grew since 2018/19, but at very different speeds, a 47-point range top to bottom.</a:t>
            </a:r>
          </a:p>
          <a:p>
            <a:r>
              <a:rPr lang="en-GB" sz="1000" b="1" dirty="0">
                <a:solidFill>
                  <a:schemeClr val="bg1"/>
                </a:solidFill>
              </a:rPr>
              <a:t>• Even so, today's rates are close across all classes.</a:t>
            </a:r>
            <a:r>
              <a:rPr lang="en-GB" sz="1000" dirty="0">
                <a:solidFill>
                  <a:schemeClr val="bg1"/>
                </a:solidFill>
              </a:rPr>
              <a:t> Current rates span just 3.3% (Inner London) to 4.3% (Metropolitan/County) — a 1.0-point gap. Back-calculating from today's rates and growth suggests all five classes started 2018/19 from a strikingly similar rate, around 2.0–2.1% — so even 109% growth only adds a couple of points on top of such a small base.</a:t>
            </a:r>
            <a:endParaRPr lang="en-GB" sz="1000" b="1" dirty="0">
              <a:solidFill>
                <a:schemeClr val="bg1"/>
              </a:solidFill>
            </a:endParaRPr>
          </a:p>
          <a:p>
            <a:r>
              <a:rPr lang="en-GB" sz="1000" b="1" dirty="0">
                <a:solidFill>
                  <a:schemeClr val="bg1"/>
                </a:solidFill>
              </a:rPr>
              <a:t>• Authority type is not the lever.</a:t>
            </a:r>
            <a:r>
              <a:rPr lang="en-GB" sz="1000" dirty="0">
                <a:solidFill>
                  <a:schemeClr val="bg1"/>
                </a:solidFill>
              </a:rPr>
              <a:t> Median rates run from </a:t>
            </a:r>
            <a:r>
              <a:rPr lang="en-GB" sz="1000" b="1" dirty="0">
                <a:solidFill>
                  <a:schemeClr val="bg1"/>
                </a:solidFill>
              </a:rPr>
              <a:t>3.3%</a:t>
            </a:r>
            <a:r>
              <a:rPr lang="en-GB" sz="1000" dirty="0">
                <a:solidFill>
                  <a:schemeClr val="bg1"/>
                </a:solidFill>
              </a:rPr>
              <a:t> in Inner London to </a:t>
            </a:r>
            <a:r>
              <a:rPr lang="en-GB" sz="1000" b="1" dirty="0">
                <a:solidFill>
                  <a:schemeClr val="bg1"/>
                </a:solidFill>
              </a:rPr>
              <a:t>4.3%</a:t>
            </a:r>
            <a:r>
              <a:rPr lang="en-GB" sz="1000" dirty="0">
                <a:solidFill>
                  <a:schemeClr val="bg1"/>
                </a:solidFill>
              </a:rPr>
              <a:t> in Outer London, against a national median of </a:t>
            </a:r>
            <a:r>
              <a:rPr lang="en-GB" sz="1000" b="1" dirty="0">
                <a:solidFill>
                  <a:schemeClr val="bg1"/>
                </a:solidFill>
              </a:rPr>
              <a:t>4.1%</a:t>
            </a:r>
            <a:r>
              <a:rPr lang="en-GB" sz="1000" dirty="0">
                <a:solidFill>
                  <a:schemeClr val="bg1"/>
                </a:solidFill>
              </a:rPr>
              <a:t>. Half the authorities within any single class span a wider range than that. Policy aimed at a class of authority would miss where the variation sits. </a:t>
            </a:r>
          </a:p>
        </p:txBody>
      </p:sp>
      <p:pic>
        <p:nvPicPr>
          <p:cNvPr id="32" name="Picture 31">
            <a:extLst>
              <a:ext uri="{FF2B5EF4-FFF2-40B4-BE49-F238E27FC236}">
                <a16:creationId xmlns:a16="http://schemas.microsoft.com/office/drawing/2014/main" id="{5E0FE759-1666-B136-F3EB-653B8FAC96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5890" y="1886076"/>
            <a:ext cx="5661487" cy="3396892"/>
          </a:xfrm>
          <a:prstGeom prst="rect">
            <a:avLst/>
          </a:prstGeom>
        </p:spPr>
      </p:pic>
      <p:pic>
        <p:nvPicPr>
          <p:cNvPr id="4" name="Picture 3">
            <a:extLst>
              <a:ext uri="{FF2B5EF4-FFF2-40B4-BE49-F238E27FC236}">
                <a16:creationId xmlns:a16="http://schemas.microsoft.com/office/drawing/2014/main" id="{916405C9-B397-75D6-4352-CFEF919CBEE0}"/>
              </a:ext>
            </a:extLst>
          </p:cNvPr>
          <p:cNvPicPr>
            <a:picLocks noChangeAspect="1"/>
          </p:cNvPicPr>
          <p:nvPr/>
        </p:nvPicPr>
        <p:blipFill>
          <a:blip r:embed="rId5"/>
          <a:stretch>
            <a:fillRect/>
          </a:stretch>
        </p:blipFill>
        <p:spPr>
          <a:xfrm>
            <a:off x="250568" y="1929029"/>
            <a:ext cx="5601733" cy="3329461"/>
          </a:xfrm>
          <a:prstGeom prst="rect">
            <a:avLst/>
          </a:prstGeom>
        </p:spPr>
      </p:pic>
    </p:spTree>
    <p:extLst>
      <p:ext uri="{BB962C8B-B14F-4D97-AF65-F5344CB8AC3E}">
        <p14:creationId xmlns:p14="http://schemas.microsoft.com/office/powerpoint/2010/main" val="2331800344"/>
      </p:ext>
    </p:extLst>
  </p:cSld>
  <p:clrMapOvr>
    <a:masterClrMapping/>
  </p:clrMapOvr>
  <p:transition>
    <p:fade/>
  </p:transition>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BA5B-5D8C-4F33-B268-16CC2C245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BD994-1596-6DE0-3C5B-B6E4859CE7F9}"/>
              </a:ext>
            </a:extLst>
          </p:cNvPr>
          <p:cNvSpPr>
            <a:spLocks noGrp="1" noRot="1" noMove="1" noResize="1" noEditPoints="1" noAdjustHandles="1" noChangeArrowheads="1" noChangeShapeType="1"/>
          </p:cNvSpPr>
          <p:nvPr>
            <p:ph type="title"/>
          </p:nvPr>
        </p:nvSpPr>
        <p:spPr>
          <a:xfrm>
            <a:off x="4105656" y="278617"/>
            <a:ext cx="7618405" cy="613181"/>
          </a:xfrm>
        </p:spPr>
        <p:txBody>
          <a:bodyPr/>
          <a:lstStyle/>
          <a:p>
            <a:pPr algn="l">
              <a:lnSpc>
                <a:spcPct val="103250"/>
              </a:lnSpc>
            </a:pPr>
            <a:r>
              <a:rPr lang="en-US" sz="2000">
                <a:solidFill>
                  <a:srgbClr val="00625E"/>
                </a:solidFill>
                <a:ea typeface="Arial" pitchFamily="34" charset="-122"/>
                <a:cs typeface="Arial" pitchFamily="34" charset="-120"/>
              </a:rPr>
              <a:t>There is a moderate negative correlation between 2018 EHCP rates and subsequent growth</a:t>
            </a:r>
            <a:endParaRPr lang="en-US" sz="2000"/>
          </a:p>
        </p:txBody>
      </p:sp>
      <p:sp>
        <p:nvSpPr>
          <p:cNvPr id="3" name="Slide Number Placeholder 2">
            <a:extLst>
              <a:ext uri="{FF2B5EF4-FFF2-40B4-BE49-F238E27FC236}">
                <a16:creationId xmlns:a16="http://schemas.microsoft.com/office/drawing/2014/main" id="{5660302A-ECDD-BF26-B5D4-0FA8936107EA}"/>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5</a:t>
            </a:fld>
            <a:endParaRPr lang="en-GB"/>
          </a:p>
        </p:txBody>
      </p:sp>
      <p:sp>
        <p:nvSpPr>
          <p:cNvPr id="4" name="Text Placeholder 11">
            <a:extLst>
              <a:ext uri="{FF2B5EF4-FFF2-40B4-BE49-F238E27FC236}">
                <a16:creationId xmlns:a16="http://schemas.microsoft.com/office/drawing/2014/main" id="{83C19DA2-D422-92FF-023A-B9E955CF3465}"/>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5" name="Text Placeholder 11">
            <a:extLst>
              <a:ext uri="{FF2B5EF4-FFF2-40B4-BE49-F238E27FC236}">
                <a16:creationId xmlns:a16="http://schemas.microsoft.com/office/drawing/2014/main" id="{8D38C40F-67AE-A0DF-4C45-668AF048D48B}"/>
              </a:ext>
            </a:extLst>
          </p:cNvPr>
          <p:cNvSpPr txBox="1">
            <a:spLocks/>
          </p:cNvSpPr>
          <p:nvPr/>
        </p:nvSpPr>
        <p:spPr>
          <a:xfrm>
            <a:off x="4104657" y="928744"/>
            <a:ext cx="7423971" cy="490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714"/>
              </a:lnSpc>
              <a:buNone/>
            </a:pPr>
            <a:r>
              <a:rPr lang="en-US" sz="1200" b="1">
                <a:solidFill>
                  <a:srgbClr val="8C8C8C"/>
                </a:solidFill>
                <a:latin typeface="Arial" pitchFamily="34" charset="0"/>
                <a:ea typeface="Arial" pitchFamily="34" charset="-122"/>
                <a:cs typeface="Arial" pitchFamily="34" charset="-120"/>
              </a:rPr>
              <a:t>This means there has been some tendency for local authorities which had lower EHCP rates in 2018 to have experienced higher levels of EHCP growth</a:t>
            </a:r>
            <a:endParaRPr lang="en-US" sz="1200"/>
          </a:p>
        </p:txBody>
      </p:sp>
      <p:sp>
        <p:nvSpPr>
          <p:cNvPr id="13" name="Shape 6">
            <a:extLst>
              <a:ext uri="{FF2B5EF4-FFF2-40B4-BE49-F238E27FC236}">
                <a16:creationId xmlns:a16="http://schemas.microsoft.com/office/drawing/2014/main" id="{380C08E0-A6A2-E4D7-EB93-A7F0F69886C3}"/>
              </a:ext>
            </a:extLst>
          </p:cNvPr>
          <p:cNvSpPr/>
          <p:nvPr/>
        </p:nvSpPr>
        <p:spPr>
          <a:xfrm>
            <a:off x="348671" y="1623461"/>
            <a:ext cx="7423971" cy="4870287"/>
          </a:xfrm>
          <a:prstGeom prst="rect">
            <a:avLst/>
          </a:prstGeom>
          <a:solidFill>
            <a:schemeClr val="bg1"/>
          </a:solidFill>
          <a:ln w="19050">
            <a:solidFill>
              <a:srgbClr val="9DBFBC"/>
            </a:solidFill>
            <a:prstDash val="dash"/>
          </a:ln>
        </p:spPr>
        <p:txBody>
          <a:bodyPr/>
          <a:lstStyle/>
          <a:p>
            <a:endParaRPr lang="en-GB"/>
          </a:p>
        </p:txBody>
      </p:sp>
      <p:sp>
        <p:nvSpPr>
          <p:cNvPr id="17" name="Shape 12">
            <a:extLst>
              <a:ext uri="{FF2B5EF4-FFF2-40B4-BE49-F238E27FC236}">
                <a16:creationId xmlns:a16="http://schemas.microsoft.com/office/drawing/2014/main" id="{4E307800-624B-46EA-261C-26C6EA561C7C}"/>
              </a:ext>
            </a:extLst>
          </p:cNvPr>
          <p:cNvSpPr/>
          <p:nvPr/>
        </p:nvSpPr>
        <p:spPr>
          <a:xfrm>
            <a:off x="7867027" y="1623462"/>
            <a:ext cx="4115964" cy="839391"/>
          </a:xfrm>
          <a:prstGeom prst="rect">
            <a:avLst/>
          </a:prstGeom>
          <a:solidFill>
            <a:srgbClr val="F4F8F7"/>
          </a:solidFill>
          <a:ln/>
        </p:spPr>
        <p:txBody>
          <a:bodyPr/>
          <a:lstStyle/>
          <a:p>
            <a:endParaRPr lang="en-GB"/>
          </a:p>
        </p:txBody>
      </p:sp>
      <p:sp>
        <p:nvSpPr>
          <p:cNvPr id="19" name="Shape 13">
            <a:extLst>
              <a:ext uri="{FF2B5EF4-FFF2-40B4-BE49-F238E27FC236}">
                <a16:creationId xmlns:a16="http://schemas.microsoft.com/office/drawing/2014/main" id="{14879AF5-12B7-7889-0113-436B3F9D2EB1}"/>
              </a:ext>
            </a:extLst>
          </p:cNvPr>
          <p:cNvSpPr/>
          <p:nvPr/>
        </p:nvSpPr>
        <p:spPr>
          <a:xfrm>
            <a:off x="7867027" y="1623462"/>
            <a:ext cx="57150" cy="839391"/>
          </a:xfrm>
          <a:prstGeom prst="rect">
            <a:avLst/>
          </a:prstGeom>
          <a:solidFill>
            <a:srgbClr val="F78F5C"/>
          </a:solidFill>
          <a:ln/>
        </p:spPr>
        <p:txBody>
          <a:bodyPr/>
          <a:lstStyle/>
          <a:p>
            <a:endParaRPr lang="en-GB"/>
          </a:p>
        </p:txBody>
      </p:sp>
      <p:sp>
        <p:nvSpPr>
          <p:cNvPr id="21" name="Text 14">
            <a:extLst>
              <a:ext uri="{FF2B5EF4-FFF2-40B4-BE49-F238E27FC236}">
                <a16:creationId xmlns:a16="http://schemas.microsoft.com/office/drawing/2014/main" id="{7B321235-9555-E362-6D60-52A051080798}"/>
              </a:ext>
            </a:extLst>
          </p:cNvPr>
          <p:cNvSpPr/>
          <p:nvPr/>
        </p:nvSpPr>
        <p:spPr>
          <a:xfrm>
            <a:off x="8057527" y="1718712"/>
            <a:ext cx="3280735" cy="222249"/>
          </a:xfrm>
          <a:prstGeom prst="rect">
            <a:avLst/>
          </a:prstGeom>
          <a:noFill/>
          <a:ln/>
        </p:spPr>
        <p:txBody>
          <a:bodyPr wrap="square" lIns="25400" tIns="25400" rIns="25400" bIns="25400" rtlCol="0" anchor="t">
            <a:normAutofit fontScale="92500" lnSpcReduction="10000"/>
          </a:bodyPr>
          <a:lstStyle/>
          <a:p>
            <a:pPr marL="0" indent="0" algn="l">
              <a:buNone/>
            </a:pPr>
            <a:r>
              <a:rPr lang="en-US" sz="1275" b="1">
                <a:solidFill>
                  <a:srgbClr val="F78F5C"/>
                </a:solidFill>
                <a:latin typeface="Arial" pitchFamily="34" charset="0"/>
                <a:ea typeface="Arial" pitchFamily="34" charset="-122"/>
                <a:cs typeface="Arial" pitchFamily="34" charset="-120"/>
              </a:rPr>
              <a:t>Below avg 2019 rate, Above avg growth</a:t>
            </a:r>
            <a:endParaRPr lang="en-US" sz="1275">
              <a:solidFill>
                <a:srgbClr val="F78F5C"/>
              </a:solidFill>
            </a:endParaRPr>
          </a:p>
        </p:txBody>
      </p:sp>
      <p:sp>
        <p:nvSpPr>
          <p:cNvPr id="23" name="Text 15">
            <a:extLst>
              <a:ext uri="{FF2B5EF4-FFF2-40B4-BE49-F238E27FC236}">
                <a16:creationId xmlns:a16="http://schemas.microsoft.com/office/drawing/2014/main" id="{19EA2CE2-9423-561C-ED79-5ADD6B021169}"/>
              </a:ext>
            </a:extLst>
          </p:cNvPr>
          <p:cNvSpPr/>
          <p:nvPr/>
        </p:nvSpPr>
        <p:spPr>
          <a:xfrm>
            <a:off x="8057527" y="1940962"/>
            <a:ext cx="3599652" cy="46474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a:solidFill>
                  <a:srgbClr val="262626"/>
                </a:solidFill>
                <a:latin typeface="Arial" pitchFamily="34" charset="0"/>
                <a:ea typeface="Arial" pitchFamily="34" charset="-122"/>
                <a:cs typeface="Arial" pitchFamily="34" charset="-120"/>
              </a:rPr>
              <a:t>Catching up from a low base — where the negative correlation comes from.</a:t>
            </a:r>
            <a:endParaRPr lang="en-US" sz="1200"/>
          </a:p>
        </p:txBody>
      </p:sp>
      <p:sp>
        <p:nvSpPr>
          <p:cNvPr id="25" name="Shape 16">
            <a:extLst>
              <a:ext uri="{FF2B5EF4-FFF2-40B4-BE49-F238E27FC236}">
                <a16:creationId xmlns:a16="http://schemas.microsoft.com/office/drawing/2014/main" id="{B8B7E82A-C1C2-7375-9315-3FDF15915AB5}"/>
              </a:ext>
            </a:extLst>
          </p:cNvPr>
          <p:cNvSpPr/>
          <p:nvPr/>
        </p:nvSpPr>
        <p:spPr>
          <a:xfrm>
            <a:off x="7867027" y="2586678"/>
            <a:ext cx="4108764" cy="839391"/>
          </a:xfrm>
          <a:prstGeom prst="rect">
            <a:avLst/>
          </a:prstGeom>
          <a:solidFill>
            <a:srgbClr val="F4F8F7"/>
          </a:solidFill>
          <a:ln/>
        </p:spPr>
        <p:txBody>
          <a:bodyPr/>
          <a:lstStyle/>
          <a:p>
            <a:endParaRPr lang="en-GB"/>
          </a:p>
        </p:txBody>
      </p:sp>
      <p:sp>
        <p:nvSpPr>
          <p:cNvPr id="27" name="Shape 17">
            <a:extLst>
              <a:ext uri="{FF2B5EF4-FFF2-40B4-BE49-F238E27FC236}">
                <a16:creationId xmlns:a16="http://schemas.microsoft.com/office/drawing/2014/main" id="{21D55849-51F8-4CBF-11AC-7818259D29A9}"/>
              </a:ext>
            </a:extLst>
          </p:cNvPr>
          <p:cNvSpPr/>
          <p:nvPr/>
        </p:nvSpPr>
        <p:spPr>
          <a:xfrm>
            <a:off x="7867027" y="2586678"/>
            <a:ext cx="57150" cy="839391"/>
          </a:xfrm>
          <a:prstGeom prst="rect">
            <a:avLst/>
          </a:prstGeom>
          <a:solidFill>
            <a:srgbClr val="A0507C"/>
          </a:solidFill>
          <a:ln/>
        </p:spPr>
        <p:txBody>
          <a:bodyPr/>
          <a:lstStyle/>
          <a:p>
            <a:endParaRPr lang="en-GB"/>
          </a:p>
        </p:txBody>
      </p:sp>
      <p:sp>
        <p:nvSpPr>
          <p:cNvPr id="29" name="Text 18">
            <a:extLst>
              <a:ext uri="{FF2B5EF4-FFF2-40B4-BE49-F238E27FC236}">
                <a16:creationId xmlns:a16="http://schemas.microsoft.com/office/drawing/2014/main" id="{1FD47C0D-9B94-366F-98DA-80E2CF6E7F31}"/>
              </a:ext>
            </a:extLst>
          </p:cNvPr>
          <p:cNvSpPr/>
          <p:nvPr/>
        </p:nvSpPr>
        <p:spPr>
          <a:xfrm>
            <a:off x="8046513" y="2656039"/>
            <a:ext cx="4721860" cy="222250"/>
          </a:xfrm>
          <a:prstGeom prst="rect">
            <a:avLst/>
          </a:prstGeom>
          <a:noFill/>
          <a:ln/>
        </p:spPr>
        <p:txBody>
          <a:bodyPr wrap="square" lIns="25400" tIns="25400" rIns="25400" bIns="25400" rtlCol="0" anchor="t">
            <a:normAutofit fontScale="92500" lnSpcReduction="10000"/>
          </a:bodyPr>
          <a:lstStyle/>
          <a:p>
            <a:pPr marL="0" indent="0" algn="l">
              <a:buNone/>
            </a:pPr>
            <a:r>
              <a:rPr lang="en-US" sz="1275" b="1">
                <a:solidFill>
                  <a:srgbClr val="A0507C"/>
                </a:solidFill>
                <a:latin typeface="Arial" pitchFamily="34" charset="0"/>
                <a:ea typeface="Arial" pitchFamily="34" charset="-122"/>
                <a:cs typeface="Arial" pitchFamily="34" charset="-120"/>
              </a:rPr>
              <a:t>Above avg 2019 rate, Above avg growth</a:t>
            </a:r>
            <a:endParaRPr lang="en-US" sz="1275">
              <a:solidFill>
                <a:srgbClr val="A0507C"/>
              </a:solidFill>
            </a:endParaRPr>
          </a:p>
        </p:txBody>
      </p:sp>
      <p:sp>
        <p:nvSpPr>
          <p:cNvPr id="31" name="Text 19">
            <a:extLst>
              <a:ext uri="{FF2B5EF4-FFF2-40B4-BE49-F238E27FC236}">
                <a16:creationId xmlns:a16="http://schemas.microsoft.com/office/drawing/2014/main" id="{760DBD2E-1BA4-DCD0-B290-8AF4D86855B3}"/>
              </a:ext>
            </a:extLst>
          </p:cNvPr>
          <p:cNvSpPr/>
          <p:nvPr/>
        </p:nvSpPr>
        <p:spPr>
          <a:xfrm>
            <a:off x="8057527" y="2904178"/>
            <a:ext cx="3431655" cy="464741"/>
          </a:xfrm>
          <a:prstGeom prst="rect">
            <a:avLst/>
          </a:prstGeom>
          <a:noFill/>
          <a:ln/>
        </p:spPr>
        <p:txBody>
          <a:bodyPr wrap="square" lIns="25400" tIns="25400" rIns="25400" bIns="25400" rtlCol="0" anchor="t">
            <a:normAutofit lnSpcReduction="10000"/>
          </a:bodyPr>
          <a:lstStyle/>
          <a:p>
            <a:pPr marL="0" indent="0" algn="l">
              <a:lnSpc>
                <a:spcPct val="120000"/>
              </a:lnSpc>
              <a:buNone/>
            </a:pPr>
            <a:r>
              <a:rPr lang="en-US" sz="1200">
                <a:solidFill>
                  <a:srgbClr val="262626"/>
                </a:solidFill>
                <a:latin typeface="Arial" pitchFamily="34" charset="0"/>
                <a:ea typeface="Arial" pitchFamily="34" charset="-122"/>
                <a:cs typeface="Arial" pitchFamily="34" charset="-120"/>
              </a:rPr>
              <a:t>Already high and still rising fastest — the sharpest pressure cases.</a:t>
            </a:r>
            <a:endParaRPr lang="en-US" sz="1200"/>
          </a:p>
        </p:txBody>
      </p:sp>
      <p:sp>
        <p:nvSpPr>
          <p:cNvPr id="33" name="Shape 20">
            <a:extLst>
              <a:ext uri="{FF2B5EF4-FFF2-40B4-BE49-F238E27FC236}">
                <a16:creationId xmlns:a16="http://schemas.microsoft.com/office/drawing/2014/main" id="{060BE57C-38E8-E17D-AFB7-76AB566B1D8F}"/>
              </a:ext>
            </a:extLst>
          </p:cNvPr>
          <p:cNvSpPr/>
          <p:nvPr/>
        </p:nvSpPr>
        <p:spPr>
          <a:xfrm>
            <a:off x="7867027" y="3549894"/>
            <a:ext cx="4108764" cy="626070"/>
          </a:xfrm>
          <a:prstGeom prst="rect">
            <a:avLst/>
          </a:prstGeom>
          <a:solidFill>
            <a:srgbClr val="F7F7F7"/>
          </a:solidFill>
          <a:ln/>
        </p:spPr>
        <p:txBody>
          <a:bodyPr/>
          <a:lstStyle/>
          <a:p>
            <a:endParaRPr lang="en-GB"/>
          </a:p>
        </p:txBody>
      </p:sp>
      <p:sp>
        <p:nvSpPr>
          <p:cNvPr id="35" name="Shape 21">
            <a:extLst>
              <a:ext uri="{FF2B5EF4-FFF2-40B4-BE49-F238E27FC236}">
                <a16:creationId xmlns:a16="http://schemas.microsoft.com/office/drawing/2014/main" id="{87B89B7F-44C4-9080-DB3E-9EB7E6A5B56A}"/>
              </a:ext>
            </a:extLst>
          </p:cNvPr>
          <p:cNvSpPr/>
          <p:nvPr/>
        </p:nvSpPr>
        <p:spPr>
          <a:xfrm>
            <a:off x="7867027" y="3549894"/>
            <a:ext cx="57150" cy="626070"/>
          </a:xfrm>
          <a:prstGeom prst="rect">
            <a:avLst/>
          </a:prstGeom>
          <a:solidFill>
            <a:srgbClr val="00625E"/>
          </a:solidFill>
          <a:ln/>
        </p:spPr>
        <p:txBody>
          <a:bodyPr/>
          <a:lstStyle/>
          <a:p>
            <a:endParaRPr lang="en-GB"/>
          </a:p>
        </p:txBody>
      </p:sp>
      <p:sp>
        <p:nvSpPr>
          <p:cNvPr id="37" name="Text 22">
            <a:extLst>
              <a:ext uri="{FF2B5EF4-FFF2-40B4-BE49-F238E27FC236}">
                <a16:creationId xmlns:a16="http://schemas.microsoft.com/office/drawing/2014/main" id="{01B25621-7607-DD0B-F055-7AA6141498DD}"/>
              </a:ext>
            </a:extLst>
          </p:cNvPr>
          <p:cNvSpPr/>
          <p:nvPr/>
        </p:nvSpPr>
        <p:spPr>
          <a:xfrm>
            <a:off x="7942155" y="3627193"/>
            <a:ext cx="4721860" cy="222250"/>
          </a:xfrm>
          <a:prstGeom prst="rect">
            <a:avLst/>
          </a:prstGeom>
          <a:noFill/>
          <a:ln/>
        </p:spPr>
        <p:txBody>
          <a:bodyPr wrap="square" lIns="25400" tIns="25400" rIns="25400" bIns="25400" rtlCol="0" anchor="t">
            <a:normAutofit fontScale="92500" lnSpcReduction="10000"/>
          </a:bodyPr>
          <a:lstStyle/>
          <a:p>
            <a:pPr marL="0" indent="0" algn="l">
              <a:buNone/>
            </a:pPr>
            <a:r>
              <a:rPr lang="en-US" sz="1275" b="1">
                <a:solidFill>
                  <a:srgbClr val="00625E"/>
                </a:solidFill>
                <a:latin typeface="Arial" pitchFamily="34" charset="0"/>
                <a:ea typeface="Arial" pitchFamily="34" charset="-122"/>
                <a:cs typeface="Arial" pitchFamily="34" charset="-120"/>
              </a:rPr>
              <a:t>Below avg 2019 rate, Below avg growth</a:t>
            </a:r>
            <a:endParaRPr lang="en-US" sz="1275">
              <a:solidFill>
                <a:srgbClr val="00625E"/>
              </a:solidFill>
            </a:endParaRPr>
          </a:p>
        </p:txBody>
      </p:sp>
      <p:sp>
        <p:nvSpPr>
          <p:cNvPr id="39" name="Text 23">
            <a:extLst>
              <a:ext uri="{FF2B5EF4-FFF2-40B4-BE49-F238E27FC236}">
                <a16:creationId xmlns:a16="http://schemas.microsoft.com/office/drawing/2014/main" id="{12413628-264D-EDE3-15FE-D37147399FF6}"/>
              </a:ext>
            </a:extLst>
          </p:cNvPr>
          <p:cNvSpPr/>
          <p:nvPr/>
        </p:nvSpPr>
        <p:spPr>
          <a:xfrm>
            <a:off x="7942155" y="3849443"/>
            <a:ext cx="4721860" cy="251420"/>
          </a:xfrm>
          <a:prstGeom prst="rect">
            <a:avLst/>
          </a:prstGeom>
          <a:noFill/>
          <a:ln/>
        </p:spPr>
        <p:txBody>
          <a:bodyPr wrap="square" lIns="25400" tIns="25400" rIns="25400" bIns="25400" rtlCol="0" anchor="t">
            <a:normAutofit/>
          </a:bodyPr>
          <a:lstStyle/>
          <a:p>
            <a:pPr marL="0" indent="0" algn="l">
              <a:lnSpc>
                <a:spcPct val="120000"/>
              </a:lnSpc>
              <a:buNone/>
            </a:pPr>
            <a:r>
              <a:rPr lang="en-US" sz="1200">
                <a:solidFill>
                  <a:srgbClr val="262626"/>
                </a:solidFill>
                <a:latin typeface="Arial" pitchFamily="34" charset="0"/>
                <a:ea typeface="Arial" pitchFamily="34" charset="-122"/>
                <a:cs typeface="Arial" pitchFamily="34" charset="-120"/>
              </a:rPr>
              <a:t>Consistently low provision relative to peers.</a:t>
            </a:r>
            <a:endParaRPr lang="en-US" sz="1200"/>
          </a:p>
        </p:txBody>
      </p:sp>
      <p:sp>
        <p:nvSpPr>
          <p:cNvPr id="41" name="Shape 24">
            <a:extLst>
              <a:ext uri="{FF2B5EF4-FFF2-40B4-BE49-F238E27FC236}">
                <a16:creationId xmlns:a16="http://schemas.microsoft.com/office/drawing/2014/main" id="{C725B233-F8EB-BC3E-6754-5FD1E2FEA804}"/>
              </a:ext>
            </a:extLst>
          </p:cNvPr>
          <p:cNvSpPr/>
          <p:nvPr/>
        </p:nvSpPr>
        <p:spPr>
          <a:xfrm>
            <a:off x="7867027" y="4299789"/>
            <a:ext cx="4051614" cy="626070"/>
          </a:xfrm>
          <a:prstGeom prst="rect">
            <a:avLst/>
          </a:prstGeom>
          <a:solidFill>
            <a:srgbClr val="FBF5F5"/>
          </a:solidFill>
          <a:ln/>
        </p:spPr>
        <p:txBody>
          <a:bodyPr/>
          <a:lstStyle/>
          <a:p>
            <a:endParaRPr lang="en-GB"/>
          </a:p>
        </p:txBody>
      </p:sp>
      <p:sp>
        <p:nvSpPr>
          <p:cNvPr id="43" name="Shape 25">
            <a:extLst>
              <a:ext uri="{FF2B5EF4-FFF2-40B4-BE49-F238E27FC236}">
                <a16:creationId xmlns:a16="http://schemas.microsoft.com/office/drawing/2014/main" id="{9988D7D6-464E-7553-FBA9-A47CCF7DA95B}"/>
              </a:ext>
            </a:extLst>
          </p:cNvPr>
          <p:cNvSpPr/>
          <p:nvPr/>
        </p:nvSpPr>
        <p:spPr>
          <a:xfrm>
            <a:off x="7867027" y="4299789"/>
            <a:ext cx="57150" cy="626070"/>
          </a:xfrm>
          <a:prstGeom prst="rect">
            <a:avLst/>
          </a:prstGeom>
          <a:solidFill>
            <a:srgbClr val="345F83"/>
          </a:solidFill>
          <a:ln/>
        </p:spPr>
        <p:txBody>
          <a:bodyPr/>
          <a:lstStyle/>
          <a:p>
            <a:endParaRPr lang="en-GB"/>
          </a:p>
        </p:txBody>
      </p:sp>
      <p:sp>
        <p:nvSpPr>
          <p:cNvPr id="45" name="Text 26">
            <a:extLst>
              <a:ext uri="{FF2B5EF4-FFF2-40B4-BE49-F238E27FC236}">
                <a16:creationId xmlns:a16="http://schemas.microsoft.com/office/drawing/2014/main" id="{8ADC48A0-DB55-3409-D523-BAA4D7ADA201}"/>
              </a:ext>
            </a:extLst>
          </p:cNvPr>
          <p:cNvSpPr/>
          <p:nvPr/>
        </p:nvSpPr>
        <p:spPr>
          <a:xfrm>
            <a:off x="7967223" y="4377089"/>
            <a:ext cx="4721860" cy="222250"/>
          </a:xfrm>
          <a:prstGeom prst="rect">
            <a:avLst/>
          </a:prstGeom>
          <a:noFill/>
          <a:ln/>
        </p:spPr>
        <p:txBody>
          <a:bodyPr wrap="square" lIns="25400" tIns="25400" rIns="25400" bIns="25400" rtlCol="0" anchor="t">
            <a:normAutofit fontScale="92500" lnSpcReduction="10000"/>
          </a:bodyPr>
          <a:lstStyle/>
          <a:p>
            <a:pPr marL="0" indent="0" algn="l">
              <a:buNone/>
            </a:pPr>
            <a:r>
              <a:rPr lang="en-US" sz="1275" b="1">
                <a:solidFill>
                  <a:srgbClr val="345F83"/>
                </a:solidFill>
                <a:latin typeface="Arial" pitchFamily="34" charset="0"/>
                <a:ea typeface="Arial" pitchFamily="34" charset="-122"/>
                <a:cs typeface="Arial" pitchFamily="34" charset="-120"/>
              </a:rPr>
              <a:t>Above avg 2019 rate, Below avg growth</a:t>
            </a:r>
            <a:endParaRPr lang="en-US" sz="1275">
              <a:solidFill>
                <a:srgbClr val="345F83"/>
              </a:solidFill>
            </a:endParaRPr>
          </a:p>
        </p:txBody>
      </p:sp>
      <p:sp>
        <p:nvSpPr>
          <p:cNvPr id="47" name="Text 27">
            <a:extLst>
              <a:ext uri="{FF2B5EF4-FFF2-40B4-BE49-F238E27FC236}">
                <a16:creationId xmlns:a16="http://schemas.microsoft.com/office/drawing/2014/main" id="{108FF59F-8170-04F7-9C96-3FDF9495F859}"/>
              </a:ext>
            </a:extLst>
          </p:cNvPr>
          <p:cNvSpPr/>
          <p:nvPr/>
        </p:nvSpPr>
        <p:spPr>
          <a:xfrm>
            <a:off x="7967223" y="4580059"/>
            <a:ext cx="3756838" cy="273558"/>
          </a:xfrm>
          <a:prstGeom prst="rect">
            <a:avLst/>
          </a:prstGeom>
          <a:noFill/>
          <a:ln/>
        </p:spPr>
        <p:txBody>
          <a:bodyPr wrap="square" lIns="25400" tIns="25400" rIns="25400" bIns="25400" rtlCol="0" anchor="t">
            <a:normAutofit/>
          </a:bodyPr>
          <a:lstStyle/>
          <a:p>
            <a:pPr marL="0" indent="0" algn="l">
              <a:lnSpc>
                <a:spcPct val="120000"/>
              </a:lnSpc>
              <a:buNone/>
            </a:pPr>
            <a:r>
              <a:rPr lang="en-US" sz="1200">
                <a:solidFill>
                  <a:srgbClr val="262626"/>
                </a:solidFill>
                <a:latin typeface="Arial" pitchFamily="34" charset="0"/>
                <a:ea typeface="Arial" pitchFamily="34" charset="-122"/>
                <a:cs typeface="Arial" pitchFamily="34" charset="-120"/>
              </a:rPr>
              <a:t>High but stabilising — may already be at a plateau.</a:t>
            </a:r>
            <a:endParaRPr lang="en-US" sz="1200"/>
          </a:p>
        </p:txBody>
      </p:sp>
      <p:sp>
        <p:nvSpPr>
          <p:cNvPr id="49" name="Shape 28">
            <a:extLst>
              <a:ext uri="{FF2B5EF4-FFF2-40B4-BE49-F238E27FC236}">
                <a16:creationId xmlns:a16="http://schemas.microsoft.com/office/drawing/2014/main" id="{5610535D-8BAF-AB00-D33F-7661EDC1F4AE}"/>
              </a:ext>
            </a:extLst>
          </p:cNvPr>
          <p:cNvSpPr/>
          <p:nvPr/>
        </p:nvSpPr>
        <p:spPr>
          <a:xfrm>
            <a:off x="7867028" y="5029947"/>
            <a:ext cx="4115964" cy="1463802"/>
          </a:xfrm>
          <a:prstGeom prst="rect">
            <a:avLst/>
          </a:prstGeom>
          <a:solidFill>
            <a:srgbClr val="00625E"/>
          </a:solidFill>
          <a:ln/>
        </p:spPr>
        <p:txBody>
          <a:bodyPr/>
          <a:lstStyle/>
          <a:p>
            <a:endParaRPr lang="en-GB"/>
          </a:p>
        </p:txBody>
      </p:sp>
      <p:sp>
        <p:nvSpPr>
          <p:cNvPr id="51" name="Text 29">
            <a:extLst>
              <a:ext uri="{FF2B5EF4-FFF2-40B4-BE49-F238E27FC236}">
                <a16:creationId xmlns:a16="http://schemas.microsoft.com/office/drawing/2014/main" id="{7D2CC2D5-7D3E-F8E2-4A4C-9B0FD7664FF4}"/>
              </a:ext>
            </a:extLst>
          </p:cNvPr>
          <p:cNvSpPr/>
          <p:nvPr/>
        </p:nvSpPr>
        <p:spPr>
          <a:xfrm>
            <a:off x="7918496" y="5218681"/>
            <a:ext cx="3995652" cy="1074578"/>
          </a:xfrm>
          <a:prstGeom prst="rect">
            <a:avLst/>
          </a:prstGeom>
          <a:noFill/>
          <a:ln/>
        </p:spPr>
        <p:txBody>
          <a:bodyPr wrap="square" lIns="25400" tIns="25400" rIns="25400" bIns="25400" rtlCol="0" anchor="t">
            <a:noAutofit/>
          </a:bodyPr>
          <a:lstStyle/>
          <a:p>
            <a:pPr marL="0" indent="0" algn="ctr">
              <a:lnSpc>
                <a:spcPct val="120000"/>
              </a:lnSpc>
              <a:buNone/>
            </a:pPr>
            <a:r>
              <a:rPr lang="en-US" sz="1400" b="1">
                <a:solidFill>
                  <a:srgbClr val="FFFFFF"/>
                </a:solidFill>
                <a:latin typeface="Arial" pitchFamily="34" charset="0"/>
                <a:ea typeface="Arial" pitchFamily="34" charset="-122"/>
                <a:cs typeface="Arial" pitchFamily="34" charset="-120"/>
              </a:rPr>
              <a:t>Starting Position Still Matters</a:t>
            </a:r>
          </a:p>
          <a:p>
            <a:pPr marL="0" indent="0" algn="ctr">
              <a:lnSpc>
                <a:spcPct val="120000"/>
              </a:lnSpc>
              <a:buNone/>
            </a:pPr>
            <a:r>
              <a:rPr lang="en-US" sz="1400">
                <a:solidFill>
                  <a:srgbClr val="FFFFFF"/>
                </a:solidFill>
                <a:latin typeface="Arial" pitchFamily="34" charset="0"/>
                <a:cs typeface="Arial" pitchFamily="34" charset="-120"/>
              </a:rPr>
              <a:t>Authorities with higher rates in </a:t>
            </a:r>
            <a:r>
              <a:rPr lang="en-US" sz="1400" b="1">
                <a:solidFill>
                  <a:srgbClr val="FFFFFF"/>
                </a:solidFill>
                <a:latin typeface="Arial" pitchFamily="34" charset="0"/>
                <a:cs typeface="Arial" pitchFamily="34" charset="-120"/>
              </a:rPr>
              <a:t>2019</a:t>
            </a:r>
            <a:r>
              <a:rPr lang="en-US" sz="1400">
                <a:solidFill>
                  <a:srgbClr val="FFFFFF"/>
                </a:solidFill>
                <a:latin typeface="Arial" pitchFamily="34" charset="0"/>
                <a:cs typeface="Arial" pitchFamily="34" charset="-120"/>
              </a:rPr>
              <a:t> generally still have higher rates now, growth lower down has narrowed the gap but not closed it.</a:t>
            </a:r>
          </a:p>
        </p:txBody>
      </p:sp>
      <p:pic>
        <p:nvPicPr>
          <p:cNvPr id="9" name="Picture 8">
            <a:extLst>
              <a:ext uri="{FF2B5EF4-FFF2-40B4-BE49-F238E27FC236}">
                <a16:creationId xmlns:a16="http://schemas.microsoft.com/office/drawing/2014/main" id="{1417C6DC-BC52-71DC-5247-5750F8939C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875" y="1947324"/>
            <a:ext cx="7383561" cy="4307077"/>
          </a:xfrm>
          <a:prstGeom prst="rect">
            <a:avLst/>
          </a:prstGeom>
        </p:spPr>
      </p:pic>
    </p:spTree>
    <p:extLst>
      <p:ext uri="{BB962C8B-B14F-4D97-AF65-F5344CB8AC3E}">
        <p14:creationId xmlns:p14="http://schemas.microsoft.com/office/powerpoint/2010/main" val="19393233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1FE03-A0DC-DFF3-24D7-84054FD6C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F6612-50E7-0378-09C7-67E439AB3259}"/>
              </a:ext>
            </a:extLst>
          </p:cNvPr>
          <p:cNvSpPr>
            <a:spLocks noGrp="1" noRot="1" noMove="1" noResize="1" noEditPoints="1" noAdjustHandles="1" noChangeArrowheads="1" noChangeShapeType="1"/>
          </p:cNvSpPr>
          <p:nvPr>
            <p:ph type="title"/>
          </p:nvPr>
        </p:nvSpPr>
        <p:spPr>
          <a:xfrm>
            <a:off x="4105656" y="278617"/>
            <a:ext cx="7618405" cy="613181"/>
          </a:xfrm>
        </p:spPr>
        <p:txBody>
          <a:bodyPr/>
          <a:lstStyle/>
          <a:p>
            <a:pPr algn="l">
              <a:lnSpc>
                <a:spcPct val="103250"/>
              </a:lnSpc>
            </a:pPr>
            <a:r>
              <a:rPr lang="en-US" sz="2000">
                <a:solidFill>
                  <a:srgbClr val="00625E"/>
                </a:solidFill>
                <a:latin typeface="Arial"/>
                <a:ea typeface="Arial" pitchFamily="34" charset="-122"/>
                <a:cs typeface="Arial"/>
              </a:rPr>
              <a:t>There is negligible correlation between deprivation* and EHCP rates at Local Authority level</a:t>
            </a:r>
            <a:endParaRPr lang="en-US" sz="2000">
              <a:latin typeface="Arial"/>
              <a:cs typeface="Arial"/>
            </a:endParaRPr>
          </a:p>
        </p:txBody>
      </p:sp>
      <p:sp>
        <p:nvSpPr>
          <p:cNvPr id="3" name="Slide Number Placeholder 2">
            <a:extLst>
              <a:ext uri="{FF2B5EF4-FFF2-40B4-BE49-F238E27FC236}">
                <a16:creationId xmlns:a16="http://schemas.microsoft.com/office/drawing/2014/main" id="{FFB5EC81-C044-67DD-8E9A-4E3ED938B193}"/>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6</a:t>
            </a:fld>
            <a:endParaRPr lang="en-GB"/>
          </a:p>
        </p:txBody>
      </p:sp>
      <p:sp>
        <p:nvSpPr>
          <p:cNvPr id="4" name="Text Placeholder 11">
            <a:extLst>
              <a:ext uri="{FF2B5EF4-FFF2-40B4-BE49-F238E27FC236}">
                <a16:creationId xmlns:a16="http://schemas.microsoft.com/office/drawing/2014/main" id="{BC4EA0EE-AEE2-41A0-AA41-938436311DFA}"/>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5" name="Text Placeholder 11">
            <a:extLst>
              <a:ext uri="{FF2B5EF4-FFF2-40B4-BE49-F238E27FC236}">
                <a16:creationId xmlns:a16="http://schemas.microsoft.com/office/drawing/2014/main" id="{8B3E50C6-0C07-6202-DC4C-A11772BE7AD6}"/>
              </a:ext>
            </a:extLst>
          </p:cNvPr>
          <p:cNvSpPr txBox="1">
            <a:spLocks/>
          </p:cNvSpPr>
          <p:nvPr/>
        </p:nvSpPr>
        <p:spPr>
          <a:xfrm>
            <a:off x="4014216" y="860556"/>
            <a:ext cx="6382030" cy="7870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714"/>
              </a:lnSpc>
              <a:buNone/>
            </a:pPr>
            <a:r>
              <a:rPr lang="en-US" sz="1400" b="1">
                <a:solidFill>
                  <a:srgbClr val="8C8C8C"/>
                </a:solidFill>
                <a:latin typeface="Arial" pitchFamily="34" charset="0"/>
                <a:ea typeface="Arial" pitchFamily="34" charset="-122"/>
                <a:cs typeface="Arial" pitchFamily="34" charset="-120"/>
              </a:rPr>
              <a:t>Nor between deprivation and EHCP growth. Correlation suggests, the fastest growing Las are no more or less deprived than others</a:t>
            </a:r>
            <a:endParaRPr lang="en-US" sz="1400" u="sng"/>
          </a:p>
        </p:txBody>
      </p:sp>
      <p:sp>
        <p:nvSpPr>
          <p:cNvPr id="7" name="Shape 12">
            <a:extLst>
              <a:ext uri="{FF2B5EF4-FFF2-40B4-BE49-F238E27FC236}">
                <a16:creationId xmlns:a16="http://schemas.microsoft.com/office/drawing/2014/main" id="{93F5A208-AFA8-8307-B779-74FDB9D4EB1C}"/>
              </a:ext>
            </a:extLst>
          </p:cNvPr>
          <p:cNvSpPr/>
          <p:nvPr/>
        </p:nvSpPr>
        <p:spPr>
          <a:xfrm>
            <a:off x="188233" y="5087835"/>
            <a:ext cx="11636241" cy="1352550"/>
          </a:xfrm>
          <a:prstGeom prst="rect">
            <a:avLst/>
          </a:prstGeom>
          <a:solidFill>
            <a:srgbClr val="00625E"/>
          </a:solidFill>
          <a:ln/>
        </p:spPr>
        <p:txBody>
          <a:bodyPr/>
          <a:lstStyle/>
          <a:p>
            <a:endParaRPr lang="en-GB"/>
          </a:p>
        </p:txBody>
      </p:sp>
      <p:sp>
        <p:nvSpPr>
          <p:cNvPr id="9" name="Text 13">
            <a:extLst>
              <a:ext uri="{FF2B5EF4-FFF2-40B4-BE49-F238E27FC236}">
                <a16:creationId xmlns:a16="http://schemas.microsoft.com/office/drawing/2014/main" id="{E50475C5-4B70-4F87-8C1B-5755B864E022}"/>
              </a:ext>
            </a:extLst>
          </p:cNvPr>
          <p:cNvSpPr/>
          <p:nvPr/>
        </p:nvSpPr>
        <p:spPr>
          <a:xfrm>
            <a:off x="258311" y="5297385"/>
            <a:ext cx="11351166" cy="958334"/>
          </a:xfrm>
          <a:prstGeom prst="rect">
            <a:avLst/>
          </a:prstGeom>
          <a:noFill/>
          <a:ln/>
        </p:spPr>
        <p:txBody>
          <a:bodyPr wrap="square" lIns="25400" tIns="25400" rIns="25400" bIns="25400" rtlCol="0" anchor="t">
            <a:normAutofit fontScale="92500"/>
          </a:bodyPr>
          <a:lstStyle/>
          <a:p>
            <a:pPr marL="0" indent="0" algn="l">
              <a:lnSpc>
                <a:spcPct val="125227"/>
              </a:lnSpc>
              <a:buNone/>
            </a:pPr>
            <a:r>
              <a:rPr lang="en-US" sz="1425">
                <a:solidFill>
                  <a:srgbClr val="FFFFFF"/>
                </a:solidFill>
                <a:latin typeface="Arial" pitchFamily="34" charset="0"/>
                <a:ea typeface="Arial" pitchFamily="34" charset="-122"/>
                <a:cs typeface="Arial" pitchFamily="34" charset="-120"/>
              </a:rPr>
              <a:t>While there is no clear correlation between deprivation and EHCP rates or growth at LA level, children from more deprived backgrounds are nonetheless more likely to have identified SEND. </a:t>
            </a:r>
            <a:r>
              <a:rPr lang="en-US" sz="1425" b="1">
                <a:solidFill>
                  <a:srgbClr val="FFFFFF"/>
                </a:solidFill>
                <a:latin typeface="Arial" pitchFamily="34" charset="0"/>
                <a:ea typeface="Arial" pitchFamily="34" charset="-122"/>
                <a:cs typeface="Arial" pitchFamily="34" charset="-120"/>
              </a:rPr>
              <a:t>45.3% of pupils with an EHCP are eligible for free school meals, compared with 22.7% of pupils with no identified SEN </a:t>
            </a:r>
            <a:r>
              <a:rPr lang="en-US" sz="1425">
                <a:solidFill>
                  <a:srgbClr val="FFFFFF"/>
                </a:solidFill>
                <a:latin typeface="Arial" pitchFamily="34" charset="0"/>
                <a:ea typeface="Arial" pitchFamily="34" charset="-122"/>
                <a:cs typeface="Arial" pitchFamily="34" charset="-120"/>
              </a:rPr>
              <a:t>(39.8% for pupils on SEN support). This itself raises questions as to why there is no correlation at LA level.</a:t>
            </a:r>
            <a:endParaRPr lang="en-US" sz="1425"/>
          </a:p>
        </p:txBody>
      </p:sp>
      <p:sp>
        <p:nvSpPr>
          <p:cNvPr id="8" name="Shape 6">
            <a:extLst>
              <a:ext uri="{FF2B5EF4-FFF2-40B4-BE49-F238E27FC236}">
                <a16:creationId xmlns:a16="http://schemas.microsoft.com/office/drawing/2014/main" id="{CCB8C5E9-4601-C1C2-4FAA-680159582026}"/>
              </a:ext>
            </a:extLst>
          </p:cNvPr>
          <p:cNvSpPr/>
          <p:nvPr/>
        </p:nvSpPr>
        <p:spPr>
          <a:xfrm>
            <a:off x="188232" y="1574238"/>
            <a:ext cx="5728474" cy="3417603"/>
          </a:xfrm>
          <a:prstGeom prst="rect">
            <a:avLst/>
          </a:prstGeom>
          <a:solidFill>
            <a:schemeClr val="bg1"/>
          </a:solidFill>
          <a:ln w="19050">
            <a:solidFill>
              <a:srgbClr val="9DBFBC"/>
            </a:solidFill>
            <a:prstDash val="dash"/>
          </a:ln>
        </p:spPr>
        <p:txBody>
          <a:bodyPr/>
          <a:lstStyle/>
          <a:p>
            <a:endParaRPr lang="en-GB"/>
          </a:p>
        </p:txBody>
      </p:sp>
      <p:sp>
        <p:nvSpPr>
          <p:cNvPr id="11" name="Shape 6">
            <a:extLst>
              <a:ext uri="{FF2B5EF4-FFF2-40B4-BE49-F238E27FC236}">
                <a16:creationId xmlns:a16="http://schemas.microsoft.com/office/drawing/2014/main" id="{64E284BD-6F56-BCC5-FA07-84E8DEB9A9A3}"/>
              </a:ext>
            </a:extLst>
          </p:cNvPr>
          <p:cNvSpPr/>
          <p:nvPr/>
        </p:nvSpPr>
        <p:spPr>
          <a:xfrm>
            <a:off x="6096000" y="1574237"/>
            <a:ext cx="5728474" cy="3417603"/>
          </a:xfrm>
          <a:prstGeom prst="rect">
            <a:avLst/>
          </a:prstGeom>
          <a:solidFill>
            <a:schemeClr val="bg1"/>
          </a:solidFill>
          <a:ln w="19050">
            <a:solidFill>
              <a:srgbClr val="9DBFBC"/>
            </a:solidFill>
            <a:prstDash val="dash"/>
          </a:ln>
        </p:spPr>
        <p:txBody>
          <a:bodyPr/>
          <a:lstStyle/>
          <a:p>
            <a:endParaRPr lang="en-GB"/>
          </a:p>
        </p:txBody>
      </p:sp>
      <p:pic>
        <p:nvPicPr>
          <p:cNvPr id="13" name="Picture 12">
            <a:extLst>
              <a:ext uri="{FF2B5EF4-FFF2-40B4-BE49-F238E27FC236}">
                <a16:creationId xmlns:a16="http://schemas.microsoft.com/office/drawing/2014/main" id="{AB54089B-F354-E8C5-83EE-EF72BF3109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2829" y="1684324"/>
            <a:ext cx="5074816" cy="3229428"/>
          </a:xfrm>
          <a:prstGeom prst="rect">
            <a:avLst/>
          </a:prstGeom>
        </p:spPr>
      </p:pic>
      <p:pic>
        <p:nvPicPr>
          <p:cNvPr id="15" name="Picture 14">
            <a:extLst>
              <a:ext uri="{FF2B5EF4-FFF2-40B4-BE49-F238E27FC236}">
                <a16:creationId xmlns:a16="http://schemas.microsoft.com/office/drawing/2014/main" id="{C992A589-3592-FA12-AB8B-4E15828980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918" y="1670233"/>
            <a:ext cx="5119102" cy="3257611"/>
          </a:xfrm>
          <a:prstGeom prst="rect">
            <a:avLst/>
          </a:prstGeom>
        </p:spPr>
      </p:pic>
      <p:sp>
        <p:nvSpPr>
          <p:cNvPr id="17" name="Text 14">
            <a:extLst>
              <a:ext uri="{FF2B5EF4-FFF2-40B4-BE49-F238E27FC236}">
                <a16:creationId xmlns:a16="http://schemas.microsoft.com/office/drawing/2014/main" id="{B2CA988F-F88E-B523-38CA-D87E600F06D9}"/>
              </a:ext>
            </a:extLst>
          </p:cNvPr>
          <p:cNvSpPr/>
          <p:nvPr/>
        </p:nvSpPr>
        <p:spPr>
          <a:xfrm>
            <a:off x="258311" y="6438900"/>
            <a:ext cx="12618294" cy="419100"/>
          </a:xfrm>
          <a:prstGeom prst="rect">
            <a:avLst/>
          </a:prstGeom>
          <a:noFill/>
          <a:ln/>
        </p:spPr>
        <p:txBody>
          <a:bodyPr wrap="square" lIns="25400" tIns="25400" rIns="25400" bIns="25400" rtlCol="0" anchor="t">
            <a:normAutofit/>
          </a:bodyPr>
          <a:lstStyle/>
          <a:p>
            <a:pPr marL="0" indent="0" algn="l">
              <a:buNone/>
            </a:pPr>
            <a:r>
              <a:rPr lang="en-US" sz="800" i="1">
                <a:solidFill>
                  <a:srgbClr val="595959"/>
                </a:solidFill>
                <a:latin typeface="Arial" pitchFamily="34" charset="0"/>
                <a:ea typeface="Arial" pitchFamily="34" charset="-122"/>
                <a:cs typeface="Arial" pitchFamily="34" charset="-120"/>
              </a:rPr>
              <a:t>Source: MHCLG analysis of DfE EHCP data and English Indices of Deprivation (IDACI). FSM figures: DfE, Special educational needs in England (school pupils only), Explore Education Statistics</a:t>
            </a:r>
          </a:p>
          <a:p>
            <a:pPr marL="0" indent="0" algn="l">
              <a:buNone/>
            </a:pPr>
            <a:r>
              <a:rPr lang="en-US" sz="800" i="1">
                <a:solidFill>
                  <a:srgbClr val="595959"/>
                </a:solidFill>
                <a:latin typeface="Arial" pitchFamily="34" charset="0"/>
                <a:ea typeface="Arial" pitchFamily="34" charset="-122"/>
                <a:cs typeface="Arial" pitchFamily="34" charset="-120"/>
              </a:rPr>
              <a:t>*Deprivation measured via the avg. IDACI score.</a:t>
            </a:r>
            <a:endParaRPr lang="en-US" sz="800" i="1"/>
          </a:p>
        </p:txBody>
      </p:sp>
    </p:spTree>
    <p:extLst>
      <p:ext uri="{BB962C8B-B14F-4D97-AF65-F5344CB8AC3E}">
        <p14:creationId xmlns:p14="http://schemas.microsoft.com/office/powerpoint/2010/main" val="142342915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AA8EA-7A6E-5491-8AA5-979DDC2A3619}"/>
            </a:ext>
          </a:extLst>
        </p:cNvPr>
        <p:cNvGrpSpPr/>
        <p:nvPr/>
      </p:nvGrpSpPr>
      <p:grpSpPr>
        <a:xfrm>
          <a:off x="0" y="0"/>
          <a:ext cx="0" cy="0"/>
          <a:chOff x="0" y="0"/>
          <a:chExt cx="0" cy="0"/>
        </a:xfrm>
      </p:grpSpPr>
      <p:sp>
        <p:nvSpPr>
          <p:cNvPr id="25" name="Shape 6">
            <a:extLst>
              <a:ext uri="{FF2B5EF4-FFF2-40B4-BE49-F238E27FC236}">
                <a16:creationId xmlns:a16="http://schemas.microsoft.com/office/drawing/2014/main" id="{F642C033-7352-9417-6710-EDF0FCB17CCD}"/>
              </a:ext>
            </a:extLst>
          </p:cNvPr>
          <p:cNvSpPr/>
          <p:nvPr/>
        </p:nvSpPr>
        <p:spPr>
          <a:xfrm>
            <a:off x="396096" y="1778195"/>
            <a:ext cx="7530864" cy="3474525"/>
          </a:xfrm>
          <a:prstGeom prst="rect">
            <a:avLst/>
          </a:prstGeom>
          <a:solidFill>
            <a:schemeClr val="bg1"/>
          </a:solidFill>
          <a:ln w="19050">
            <a:solidFill>
              <a:srgbClr val="9DBFBC"/>
            </a:solidFill>
            <a:prstDash val="dash"/>
          </a:ln>
        </p:spPr>
        <p:txBody>
          <a:bodyPr/>
          <a:lstStyle/>
          <a:p>
            <a:endParaRPr lang="en-GB"/>
          </a:p>
        </p:txBody>
      </p:sp>
      <p:sp>
        <p:nvSpPr>
          <p:cNvPr id="2" name="Title 1">
            <a:extLst>
              <a:ext uri="{FF2B5EF4-FFF2-40B4-BE49-F238E27FC236}">
                <a16:creationId xmlns:a16="http://schemas.microsoft.com/office/drawing/2014/main" id="{8B7AD3F7-B7F5-AA0C-5680-053EAA5BCE59}"/>
              </a:ext>
            </a:extLst>
          </p:cNvPr>
          <p:cNvSpPr>
            <a:spLocks noGrp="1" noRot="1" noMove="1" noResize="1" noEditPoints="1" noAdjustHandles="1" noChangeArrowheads="1" noChangeShapeType="1"/>
          </p:cNvSpPr>
          <p:nvPr>
            <p:ph type="title"/>
          </p:nvPr>
        </p:nvSpPr>
        <p:spPr>
          <a:xfrm>
            <a:off x="4105656" y="227001"/>
            <a:ext cx="7618405" cy="664797"/>
          </a:xfrm>
        </p:spPr>
        <p:txBody>
          <a:bodyPr/>
          <a:lstStyle/>
          <a:p>
            <a:pPr algn="l"/>
            <a:r>
              <a:rPr lang="en-US" sz="2400">
                <a:latin typeface="Arial"/>
                <a:cs typeface="Arial"/>
              </a:rPr>
              <a:t>Deprivation and EHCPs as a share of the SEND population</a:t>
            </a:r>
            <a:endParaRPr lang="en-US" sz="2400"/>
          </a:p>
        </p:txBody>
      </p:sp>
      <p:sp>
        <p:nvSpPr>
          <p:cNvPr id="3" name="Slide Number Placeholder 2">
            <a:extLst>
              <a:ext uri="{FF2B5EF4-FFF2-40B4-BE49-F238E27FC236}">
                <a16:creationId xmlns:a16="http://schemas.microsoft.com/office/drawing/2014/main" id="{B754AF62-641B-0DE3-8C59-F96E0A8609DD}"/>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7</a:t>
            </a:fld>
            <a:endParaRPr lang="en-GB"/>
          </a:p>
        </p:txBody>
      </p:sp>
      <p:sp>
        <p:nvSpPr>
          <p:cNvPr id="4" name="Text Placeholder 11">
            <a:extLst>
              <a:ext uri="{FF2B5EF4-FFF2-40B4-BE49-F238E27FC236}">
                <a16:creationId xmlns:a16="http://schemas.microsoft.com/office/drawing/2014/main" id="{F302890C-E482-2A08-4D05-F6CF0D51CF6A}"/>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pic>
        <p:nvPicPr>
          <p:cNvPr id="5" name="Picture 4" descr="A white rectangular object with black and green squares&#10;&#10;AI-generated content may be incorrect.">
            <a:extLst>
              <a:ext uri="{FF2B5EF4-FFF2-40B4-BE49-F238E27FC236}">
                <a16:creationId xmlns:a16="http://schemas.microsoft.com/office/drawing/2014/main" id="{176A2E26-6147-1BCA-A20D-359E6A52484A}"/>
              </a:ext>
            </a:extLst>
          </p:cNvPr>
          <p:cNvPicPr>
            <a:picLocks noChangeAspect="1"/>
          </p:cNvPicPr>
          <p:nvPr/>
        </p:nvPicPr>
        <p:blipFill>
          <a:blip r:embed="rId3"/>
          <a:stretch>
            <a:fillRect/>
          </a:stretch>
        </p:blipFill>
        <p:spPr>
          <a:xfrm>
            <a:off x="8191727" y="1740247"/>
            <a:ext cx="3615713" cy="4763689"/>
          </a:xfrm>
          <a:prstGeom prst="rect">
            <a:avLst/>
          </a:prstGeom>
        </p:spPr>
      </p:pic>
      <p:pic>
        <p:nvPicPr>
          <p:cNvPr id="10" name="Picture 9">
            <a:extLst>
              <a:ext uri="{FF2B5EF4-FFF2-40B4-BE49-F238E27FC236}">
                <a16:creationId xmlns:a16="http://schemas.microsoft.com/office/drawing/2014/main" id="{2D47E54D-D276-1413-E6C0-A7ACD30C50C2}"/>
              </a:ext>
            </a:extLst>
          </p:cNvPr>
          <p:cNvPicPr>
            <a:picLocks noChangeAspect="1"/>
          </p:cNvPicPr>
          <p:nvPr/>
        </p:nvPicPr>
        <p:blipFill>
          <a:blip r:embed="rId4"/>
          <a:stretch>
            <a:fillRect/>
          </a:stretch>
        </p:blipFill>
        <p:spPr>
          <a:xfrm>
            <a:off x="8073131" y="1691648"/>
            <a:ext cx="10436052" cy="771696"/>
          </a:xfrm>
          <a:prstGeom prst="rect">
            <a:avLst/>
          </a:prstGeom>
        </p:spPr>
      </p:pic>
      <p:pic>
        <p:nvPicPr>
          <p:cNvPr id="12" name="Picture 11">
            <a:extLst>
              <a:ext uri="{FF2B5EF4-FFF2-40B4-BE49-F238E27FC236}">
                <a16:creationId xmlns:a16="http://schemas.microsoft.com/office/drawing/2014/main" id="{5AE7C6EA-F498-2298-4066-1B4066B2F5AF}"/>
              </a:ext>
            </a:extLst>
          </p:cNvPr>
          <p:cNvPicPr>
            <a:picLocks noChangeAspect="1"/>
          </p:cNvPicPr>
          <p:nvPr/>
        </p:nvPicPr>
        <p:blipFill>
          <a:blip r:embed="rId5"/>
          <a:stretch>
            <a:fillRect/>
          </a:stretch>
        </p:blipFill>
        <p:spPr>
          <a:xfrm>
            <a:off x="8191727" y="2333169"/>
            <a:ext cx="3592643" cy="1477327"/>
          </a:xfrm>
          <a:prstGeom prst="rect">
            <a:avLst/>
          </a:prstGeom>
        </p:spPr>
      </p:pic>
      <p:sp>
        <p:nvSpPr>
          <p:cNvPr id="6" name="TextBox 5">
            <a:extLst>
              <a:ext uri="{FF2B5EF4-FFF2-40B4-BE49-F238E27FC236}">
                <a16:creationId xmlns:a16="http://schemas.microsoft.com/office/drawing/2014/main" id="{772D01D4-C50D-E52A-E245-313A78CFF479}"/>
              </a:ext>
            </a:extLst>
          </p:cNvPr>
          <p:cNvSpPr txBox="1"/>
          <p:nvPr/>
        </p:nvSpPr>
        <p:spPr>
          <a:xfrm>
            <a:off x="8326362" y="2426994"/>
            <a:ext cx="3323371" cy="1477328"/>
          </a:xfrm>
          <a:prstGeom prst="rect">
            <a:avLst/>
          </a:prstGeom>
          <a:noFill/>
        </p:spPr>
        <p:txBody>
          <a:bodyPr wrap="square" rtlCol="0">
            <a:spAutoFit/>
          </a:bodyPr>
          <a:lstStyle/>
          <a:p>
            <a:r>
              <a:rPr lang="en-US">
                <a:solidFill>
                  <a:schemeClr val="bg1"/>
                </a:solidFill>
                <a:latin typeface="Arial" pitchFamily="34" charset="0"/>
                <a:ea typeface="Arial" pitchFamily="34" charset="-122"/>
                <a:cs typeface="Arial" pitchFamily="34" charset="-120"/>
              </a:rPr>
              <a:t>Not how many children hold plans, but </a:t>
            </a:r>
            <a:r>
              <a:rPr lang="en-US" b="1">
                <a:solidFill>
                  <a:schemeClr val="bg1"/>
                </a:solidFill>
                <a:latin typeface="Arial" pitchFamily="34" charset="0"/>
                <a:ea typeface="Arial" pitchFamily="34" charset="-122"/>
                <a:cs typeface="Arial" pitchFamily="34" charset="-120"/>
              </a:rPr>
              <a:t>what share of the identified SEN population </a:t>
            </a:r>
            <a:r>
              <a:rPr lang="en-US">
                <a:solidFill>
                  <a:schemeClr val="bg1"/>
                </a:solidFill>
                <a:latin typeface="Arial" pitchFamily="34" charset="0"/>
                <a:ea typeface="Arial" pitchFamily="34" charset="-122"/>
                <a:cs typeface="Arial" pitchFamily="34" charset="-120"/>
              </a:rPr>
              <a:t>is converted into a plan.</a:t>
            </a:r>
            <a:endParaRPr lang="en-US">
              <a:solidFill>
                <a:schemeClr val="bg1"/>
              </a:solidFill>
            </a:endParaRPr>
          </a:p>
          <a:p>
            <a:endParaRPr lang="en-GB">
              <a:solidFill>
                <a:schemeClr val="bg1"/>
              </a:solidFill>
            </a:endParaRPr>
          </a:p>
        </p:txBody>
      </p:sp>
      <p:sp>
        <p:nvSpPr>
          <p:cNvPr id="15" name="TextBox 14">
            <a:extLst>
              <a:ext uri="{FF2B5EF4-FFF2-40B4-BE49-F238E27FC236}">
                <a16:creationId xmlns:a16="http://schemas.microsoft.com/office/drawing/2014/main" id="{EDD051E2-0892-55FB-4841-9D6741F20BCC}"/>
              </a:ext>
            </a:extLst>
          </p:cNvPr>
          <p:cNvSpPr txBox="1"/>
          <p:nvPr/>
        </p:nvSpPr>
        <p:spPr>
          <a:xfrm>
            <a:off x="8203261" y="3810496"/>
            <a:ext cx="3592643" cy="1754326"/>
          </a:xfrm>
          <a:prstGeom prst="rect">
            <a:avLst/>
          </a:prstGeom>
          <a:noFill/>
        </p:spPr>
        <p:txBody>
          <a:bodyPr wrap="square" rtlCol="0">
            <a:spAutoFit/>
          </a:bodyPr>
          <a:lstStyle/>
          <a:p>
            <a:r>
              <a:rPr lang="en-GB"/>
              <a:t>A positive correlation would mean more deprived LAs issue plans to a smaller share of their SEN population — the opposite of what need alone would predict, and a cause for concern.</a:t>
            </a:r>
          </a:p>
        </p:txBody>
      </p:sp>
      <p:sp>
        <p:nvSpPr>
          <p:cNvPr id="19" name="Shape 14">
            <a:extLst>
              <a:ext uri="{FF2B5EF4-FFF2-40B4-BE49-F238E27FC236}">
                <a16:creationId xmlns:a16="http://schemas.microsoft.com/office/drawing/2014/main" id="{1DC380C5-7F4C-CB5F-38A0-D2662B234A35}"/>
              </a:ext>
            </a:extLst>
          </p:cNvPr>
          <p:cNvSpPr/>
          <p:nvPr/>
        </p:nvSpPr>
        <p:spPr>
          <a:xfrm>
            <a:off x="8191726" y="5556935"/>
            <a:ext cx="3592644" cy="926407"/>
          </a:xfrm>
          <a:prstGeom prst="rect">
            <a:avLst/>
          </a:prstGeom>
          <a:solidFill>
            <a:srgbClr val="00625E"/>
          </a:solidFill>
          <a:ln/>
        </p:spPr>
        <p:txBody>
          <a:bodyPr/>
          <a:lstStyle/>
          <a:p>
            <a:endParaRPr lang="en-GB"/>
          </a:p>
        </p:txBody>
      </p:sp>
      <p:sp>
        <p:nvSpPr>
          <p:cNvPr id="21" name="Text 15">
            <a:extLst>
              <a:ext uri="{FF2B5EF4-FFF2-40B4-BE49-F238E27FC236}">
                <a16:creationId xmlns:a16="http://schemas.microsoft.com/office/drawing/2014/main" id="{6F1D013A-C3C3-4353-89B8-6783D9CD81DC}"/>
              </a:ext>
            </a:extLst>
          </p:cNvPr>
          <p:cNvSpPr/>
          <p:nvPr/>
        </p:nvSpPr>
        <p:spPr>
          <a:xfrm>
            <a:off x="8256377" y="5626876"/>
            <a:ext cx="3486409" cy="873647"/>
          </a:xfrm>
          <a:prstGeom prst="rect">
            <a:avLst/>
          </a:prstGeom>
          <a:noFill/>
          <a:ln/>
        </p:spPr>
        <p:txBody>
          <a:bodyPr wrap="square" lIns="25400" tIns="25400" rIns="25400" bIns="25400" rtlCol="0" anchor="t">
            <a:normAutofit/>
          </a:bodyPr>
          <a:lstStyle/>
          <a:p>
            <a:r>
              <a:rPr lang="en-GB" sz="1600">
                <a:solidFill>
                  <a:schemeClr val="bg1"/>
                </a:solidFill>
              </a:rPr>
              <a:t>No such pattern is visible in the data. Worth revisiting if the relationship emerges in future years.</a:t>
            </a:r>
          </a:p>
        </p:txBody>
      </p:sp>
      <p:sp>
        <p:nvSpPr>
          <p:cNvPr id="23" name="Text 16">
            <a:extLst>
              <a:ext uri="{FF2B5EF4-FFF2-40B4-BE49-F238E27FC236}">
                <a16:creationId xmlns:a16="http://schemas.microsoft.com/office/drawing/2014/main" id="{F5D0A60C-666F-52EB-B361-869DC67C6D73}"/>
              </a:ext>
            </a:extLst>
          </p:cNvPr>
          <p:cNvSpPr/>
          <p:nvPr/>
        </p:nvSpPr>
        <p:spPr>
          <a:xfrm>
            <a:off x="9645650" y="6572369"/>
            <a:ext cx="2004083" cy="184666"/>
          </a:xfrm>
          <a:prstGeom prst="rect">
            <a:avLst/>
          </a:prstGeom>
          <a:noFill/>
          <a:ln/>
        </p:spPr>
        <p:txBody>
          <a:bodyPr wrap="square" lIns="25400" tIns="25400" rIns="25400" bIns="25400" rtlCol="0" anchor="t">
            <a:normAutofit fontScale="85000" lnSpcReduction="10000"/>
          </a:bodyPr>
          <a:lstStyle/>
          <a:p>
            <a:pPr marL="0" indent="0" algn="l">
              <a:lnSpc>
                <a:spcPct val="120000"/>
              </a:lnSpc>
              <a:buNone/>
            </a:pPr>
            <a:r>
              <a:rPr lang="en-US" sz="500">
                <a:solidFill>
                  <a:srgbClr val="595959"/>
                </a:solidFill>
                <a:latin typeface="Arial" pitchFamily="34" charset="0"/>
                <a:ea typeface="Arial" pitchFamily="34" charset="-122"/>
                <a:cs typeface="Arial" pitchFamily="34" charset="-120"/>
              </a:rPr>
              <a:t>Note: this dataset covers school pupils only and is not directly comparable with the 0–25 EHCP population used elsewhere in this pack.</a:t>
            </a:r>
            <a:endParaRPr lang="en-US" sz="500"/>
          </a:p>
        </p:txBody>
      </p:sp>
      <p:pic>
        <p:nvPicPr>
          <p:cNvPr id="8" name="Picture 7">
            <a:extLst>
              <a:ext uri="{FF2B5EF4-FFF2-40B4-BE49-F238E27FC236}">
                <a16:creationId xmlns:a16="http://schemas.microsoft.com/office/drawing/2014/main" id="{9BB7A4EC-9E1D-09D5-DCD0-23AB25ECC28C}"/>
              </a:ext>
            </a:extLst>
          </p:cNvPr>
          <p:cNvPicPr>
            <a:picLocks noChangeAspect="1"/>
          </p:cNvPicPr>
          <p:nvPr/>
        </p:nvPicPr>
        <p:blipFill>
          <a:blip r:embed="rId5"/>
          <a:stretch>
            <a:fillRect/>
          </a:stretch>
        </p:blipFill>
        <p:spPr>
          <a:xfrm>
            <a:off x="384560" y="5364480"/>
            <a:ext cx="7542400" cy="1118862"/>
          </a:xfrm>
          <a:prstGeom prst="rect">
            <a:avLst/>
          </a:prstGeom>
        </p:spPr>
      </p:pic>
      <p:sp>
        <p:nvSpPr>
          <p:cNvPr id="13" name="TextBox 12">
            <a:extLst>
              <a:ext uri="{FF2B5EF4-FFF2-40B4-BE49-F238E27FC236}">
                <a16:creationId xmlns:a16="http://schemas.microsoft.com/office/drawing/2014/main" id="{38C07A18-2CC8-819F-D66B-4057D4FD8F82}"/>
              </a:ext>
            </a:extLst>
          </p:cNvPr>
          <p:cNvSpPr txBox="1"/>
          <p:nvPr/>
        </p:nvSpPr>
        <p:spPr>
          <a:xfrm>
            <a:off x="513917" y="5400453"/>
            <a:ext cx="7156883" cy="1015663"/>
          </a:xfrm>
          <a:prstGeom prst="rect">
            <a:avLst/>
          </a:prstGeom>
          <a:noFill/>
        </p:spPr>
        <p:txBody>
          <a:bodyPr wrap="square" rtlCol="0">
            <a:spAutoFit/>
          </a:bodyPr>
          <a:lstStyle/>
          <a:p>
            <a:r>
              <a:rPr lang="en-GB" sz="2000">
                <a:solidFill>
                  <a:schemeClr val="bg1"/>
                </a:solidFill>
              </a:rPr>
              <a:t>The share of an authority's identified SEN cohort holding a statutory plan sits at roughly 29–30% whether the area is among the most or least deprived.</a:t>
            </a:r>
          </a:p>
        </p:txBody>
      </p:sp>
      <p:sp>
        <p:nvSpPr>
          <p:cNvPr id="11" name="TextBox 10">
            <a:extLst>
              <a:ext uri="{FF2B5EF4-FFF2-40B4-BE49-F238E27FC236}">
                <a16:creationId xmlns:a16="http://schemas.microsoft.com/office/drawing/2014/main" id="{58C70E3F-CBBB-B543-915D-2A206734E054}"/>
              </a:ext>
            </a:extLst>
          </p:cNvPr>
          <p:cNvSpPr txBox="1"/>
          <p:nvPr/>
        </p:nvSpPr>
        <p:spPr>
          <a:xfrm>
            <a:off x="3997706" y="860040"/>
            <a:ext cx="7019544" cy="570605"/>
          </a:xfrm>
          <a:prstGeom prst="rect">
            <a:avLst/>
          </a:prstGeom>
          <a:noFill/>
        </p:spPr>
        <p:txBody>
          <a:bodyPr wrap="square" lIns="91440" tIns="45720" rIns="91440" bIns="45720" anchor="t">
            <a:spAutoFit/>
          </a:bodyPr>
          <a:lstStyle/>
          <a:p>
            <a:pPr marL="0" indent="0" algn="l">
              <a:lnSpc>
                <a:spcPct val="115714"/>
              </a:lnSpc>
              <a:buNone/>
            </a:pPr>
            <a:r>
              <a:rPr lang="en-US" sz="1400" b="1">
                <a:solidFill>
                  <a:srgbClr val="8C8C8C"/>
                </a:solidFill>
                <a:latin typeface="Arial"/>
                <a:ea typeface="Arial" pitchFamily="34" charset="-122"/>
                <a:cs typeface="Arial"/>
              </a:rPr>
              <a:t>Deprivation and EHCP share are unrelated at Local Authority Level (r = 0.02), flattest correlation in the pack.</a:t>
            </a:r>
          </a:p>
        </p:txBody>
      </p:sp>
      <p:pic>
        <p:nvPicPr>
          <p:cNvPr id="32" name="Picture 31">
            <a:extLst>
              <a:ext uri="{FF2B5EF4-FFF2-40B4-BE49-F238E27FC236}">
                <a16:creationId xmlns:a16="http://schemas.microsoft.com/office/drawing/2014/main" id="{89D329A6-4EA1-59FD-4B62-021D764028B6}"/>
              </a:ext>
            </a:extLst>
          </p:cNvPr>
          <p:cNvPicPr>
            <a:picLocks noChangeAspect="1"/>
          </p:cNvPicPr>
          <p:nvPr/>
        </p:nvPicPr>
        <p:blipFill>
          <a:blip r:embed="rId6">
            <a:extLst>
              <a:ext uri="{28A0092B-C50C-407E-A947-70E740481C1C}">
                <a14:useLocalDpi xmlns:a14="http://schemas.microsoft.com/office/drawing/2010/main" val="0"/>
              </a:ext>
            </a:extLst>
          </a:blip>
          <a:srcRect b="3176"/>
          <a:stretch>
            <a:fillRect/>
          </a:stretch>
        </p:blipFill>
        <p:spPr>
          <a:xfrm>
            <a:off x="1565711" y="1843597"/>
            <a:ext cx="5180097" cy="3343720"/>
          </a:xfrm>
          <a:prstGeom prst="rect">
            <a:avLst/>
          </a:prstGeom>
        </p:spPr>
      </p:pic>
    </p:spTree>
    <p:extLst>
      <p:ext uri="{BB962C8B-B14F-4D97-AF65-F5344CB8AC3E}">
        <p14:creationId xmlns:p14="http://schemas.microsoft.com/office/powerpoint/2010/main" val="253052318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BE270-C407-5BD2-151F-796A325EB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A0B9D-62CA-0FAF-641D-089F45BA3E96}"/>
              </a:ext>
            </a:extLst>
          </p:cNvPr>
          <p:cNvSpPr>
            <a:spLocks noGrp="1" noRot="1" noMove="1" noResize="1" noEditPoints="1" noAdjustHandles="1" noChangeArrowheads="1" noChangeShapeType="1"/>
          </p:cNvSpPr>
          <p:nvPr>
            <p:ph type="title"/>
          </p:nvPr>
        </p:nvSpPr>
        <p:spPr>
          <a:xfrm>
            <a:off x="4105656" y="337800"/>
            <a:ext cx="7618405" cy="553998"/>
          </a:xfrm>
        </p:spPr>
        <p:txBody>
          <a:bodyPr/>
          <a:lstStyle/>
          <a:p>
            <a:r>
              <a:rPr lang="en-US" sz="2000">
                <a:solidFill>
                  <a:srgbClr val="00625E"/>
                </a:solidFill>
                <a:ea typeface="Arial" pitchFamily="34" charset="-122"/>
                <a:cs typeface="Arial" pitchFamily="34" charset="-120"/>
              </a:rPr>
              <a:t>How local Authorities handle EHCP requests varies sharply – and stricter gatekeeping is linked to more tribunals</a:t>
            </a:r>
            <a:endParaRPr lang="en-US" sz="2000"/>
          </a:p>
        </p:txBody>
      </p:sp>
      <p:sp>
        <p:nvSpPr>
          <p:cNvPr id="3" name="Slide Number Placeholder 2">
            <a:extLst>
              <a:ext uri="{FF2B5EF4-FFF2-40B4-BE49-F238E27FC236}">
                <a16:creationId xmlns:a16="http://schemas.microsoft.com/office/drawing/2014/main" id="{39B58C3E-672C-BFEB-7C7B-F59416C743E2}"/>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8</a:t>
            </a:fld>
            <a:endParaRPr lang="en-GB"/>
          </a:p>
        </p:txBody>
      </p:sp>
      <p:sp>
        <p:nvSpPr>
          <p:cNvPr id="4" name="Text Placeholder 11">
            <a:extLst>
              <a:ext uri="{FF2B5EF4-FFF2-40B4-BE49-F238E27FC236}">
                <a16:creationId xmlns:a16="http://schemas.microsoft.com/office/drawing/2014/main" id="{D2F68CCF-6433-BD8E-D2F5-2157D1832176}"/>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a:p>
        </p:txBody>
      </p:sp>
      <p:sp>
        <p:nvSpPr>
          <p:cNvPr id="5" name="Text Placeholder 11">
            <a:extLst>
              <a:ext uri="{FF2B5EF4-FFF2-40B4-BE49-F238E27FC236}">
                <a16:creationId xmlns:a16="http://schemas.microsoft.com/office/drawing/2014/main" id="{C6489090-52F7-D2D9-0CAE-68FDDDCA80DD}"/>
              </a:ext>
            </a:extLst>
          </p:cNvPr>
          <p:cNvSpPr txBox="1">
            <a:spLocks/>
          </p:cNvSpPr>
          <p:nvPr/>
        </p:nvSpPr>
        <p:spPr>
          <a:xfrm>
            <a:off x="4196080" y="889503"/>
            <a:ext cx="7995920" cy="3195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714"/>
              </a:lnSpc>
              <a:buNone/>
            </a:pPr>
            <a:r>
              <a:rPr lang="en-US" sz="1200" b="1">
                <a:solidFill>
                  <a:srgbClr val="8C8C8C"/>
                </a:solidFill>
                <a:latin typeface="Arial" pitchFamily="34" charset="0"/>
                <a:ea typeface="Arial" pitchFamily="34" charset="-122"/>
                <a:cs typeface="Arial" pitchFamily="34" charset="-120"/>
              </a:rPr>
              <a:t>The median LA approved 68% of requests for assessment, ranging from 26% to 96% across authorities</a:t>
            </a:r>
            <a:endParaRPr lang="en-US" sz="1200"/>
          </a:p>
        </p:txBody>
      </p:sp>
      <p:sp>
        <p:nvSpPr>
          <p:cNvPr id="7" name="Shape 6">
            <a:extLst>
              <a:ext uri="{FF2B5EF4-FFF2-40B4-BE49-F238E27FC236}">
                <a16:creationId xmlns:a16="http://schemas.microsoft.com/office/drawing/2014/main" id="{C45290E2-A324-0469-9001-80874733CF9F}"/>
              </a:ext>
            </a:extLst>
          </p:cNvPr>
          <p:cNvSpPr/>
          <p:nvPr/>
        </p:nvSpPr>
        <p:spPr>
          <a:xfrm>
            <a:off x="153909" y="1666274"/>
            <a:ext cx="5657248" cy="4313659"/>
          </a:xfrm>
          <a:prstGeom prst="rect">
            <a:avLst/>
          </a:prstGeom>
          <a:solidFill>
            <a:schemeClr val="bg1"/>
          </a:solidFill>
          <a:ln w="19050">
            <a:solidFill>
              <a:srgbClr val="9DBFBC"/>
            </a:solidFill>
            <a:prstDash val="dash"/>
          </a:ln>
        </p:spPr>
        <p:txBody>
          <a:bodyPr/>
          <a:lstStyle/>
          <a:p>
            <a:endParaRPr lang="en-GB"/>
          </a:p>
        </p:txBody>
      </p:sp>
      <p:sp>
        <p:nvSpPr>
          <p:cNvPr id="13" name="Shape 6">
            <a:extLst>
              <a:ext uri="{FF2B5EF4-FFF2-40B4-BE49-F238E27FC236}">
                <a16:creationId xmlns:a16="http://schemas.microsoft.com/office/drawing/2014/main" id="{141025AF-DDE9-D206-13FA-64DECD69BA22}"/>
              </a:ext>
            </a:extLst>
          </p:cNvPr>
          <p:cNvSpPr/>
          <p:nvPr/>
        </p:nvSpPr>
        <p:spPr>
          <a:xfrm>
            <a:off x="6133207" y="1652542"/>
            <a:ext cx="5588599" cy="4313659"/>
          </a:xfrm>
          <a:prstGeom prst="rect">
            <a:avLst/>
          </a:prstGeom>
          <a:solidFill>
            <a:schemeClr val="bg1"/>
          </a:solidFill>
          <a:ln w="19050">
            <a:solidFill>
              <a:srgbClr val="9DBFBC"/>
            </a:solidFill>
            <a:prstDash val="dash"/>
          </a:ln>
        </p:spPr>
        <p:txBody>
          <a:bodyPr/>
          <a:lstStyle/>
          <a:p>
            <a:endParaRPr lang="en-GB"/>
          </a:p>
        </p:txBody>
      </p:sp>
      <p:sp>
        <p:nvSpPr>
          <p:cNvPr id="8" name="Shape 19">
            <a:extLst>
              <a:ext uri="{FF2B5EF4-FFF2-40B4-BE49-F238E27FC236}">
                <a16:creationId xmlns:a16="http://schemas.microsoft.com/office/drawing/2014/main" id="{BA5E480C-4F7F-3EA2-DC63-4D4E03FBB38C}"/>
              </a:ext>
            </a:extLst>
          </p:cNvPr>
          <p:cNvSpPr/>
          <p:nvPr/>
        </p:nvSpPr>
        <p:spPr>
          <a:xfrm>
            <a:off x="6242598" y="5274898"/>
            <a:ext cx="5335994" cy="580618"/>
          </a:xfrm>
          <a:prstGeom prst="rect">
            <a:avLst/>
          </a:prstGeom>
          <a:solidFill>
            <a:srgbClr val="F4F8F7"/>
          </a:solidFill>
          <a:ln/>
        </p:spPr>
        <p:txBody>
          <a:bodyPr/>
          <a:lstStyle/>
          <a:p>
            <a:endParaRPr lang="en-GB"/>
          </a:p>
        </p:txBody>
      </p:sp>
      <p:sp>
        <p:nvSpPr>
          <p:cNvPr id="10" name="Shape 20">
            <a:extLst>
              <a:ext uri="{FF2B5EF4-FFF2-40B4-BE49-F238E27FC236}">
                <a16:creationId xmlns:a16="http://schemas.microsoft.com/office/drawing/2014/main" id="{6B528825-FC25-C7E6-D612-BC6459FCCEBE}"/>
              </a:ext>
            </a:extLst>
          </p:cNvPr>
          <p:cNvSpPr/>
          <p:nvPr/>
        </p:nvSpPr>
        <p:spPr>
          <a:xfrm>
            <a:off x="6242598" y="5274898"/>
            <a:ext cx="53427" cy="579482"/>
          </a:xfrm>
          <a:prstGeom prst="rect">
            <a:avLst/>
          </a:prstGeom>
          <a:solidFill>
            <a:srgbClr val="85292A"/>
          </a:solidFill>
          <a:ln/>
        </p:spPr>
        <p:txBody>
          <a:bodyPr/>
          <a:lstStyle/>
          <a:p>
            <a:endParaRPr lang="en-GB"/>
          </a:p>
        </p:txBody>
      </p:sp>
      <p:sp>
        <p:nvSpPr>
          <p:cNvPr id="12" name="Text 21">
            <a:extLst>
              <a:ext uri="{FF2B5EF4-FFF2-40B4-BE49-F238E27FC236}">
                <a16:creationId xmlns:a16="http://schemas.microsoft.com/office/drawing/2014/main" id="{88E57950-8E02-9C53-53AE-92B90855F61D}"/>
              </a:ext>
            </a:extLst>
          </p:cNvPr>
          <p:cNvSpPr/>
          <p:nvPr/>
        </p:nvSpPr>
        <p:spPr>
          <a:xfrm>
            <a:off x="6409139" y="5370148"/>
            <a:ext cx="4899221" cy="485368"/>
          </a:xfrm>
          <a:prstGeom prst="rect">
            <a:avLst/>
          </a:prstGeom>
          <a:noFill/>
          <a:ln/>
        </p:spPr>
        <p:txBody>
          <a:bodyPr wrap="square" lIns="25400" tIns="25400" rIns="25400" bIns="25400" rtlCol="0" anchor="t">
            <a:normAutofit lnSpcReduction="10000"/>
          </a:bodyPr>
          <a:lstStyle/>
          <a:p>
            <a:pPr marL="0" indent="0" algn="l">
              <a:lnSpc>
                <a:spcPct val="123103"/>
              </a:lnSpc>
              <a:buNone/>
            </a:pPr>
            <a:r>
              <a:rPr lang="en-US" sz="1275">
                <a:solidFill>
                  <a:srgbClr val="262626"/>
                </a:solidFill>
                <a:latin typeface="Arial" pitchFamily="34" charset="0"/>
                <a:ea typeface="Arial" pitchFamily="34" charset="-122"/>
                <a:cs typeface="Arial" pitchFamily="34" charset="-120"/>
              </a:rPr>
              <a:t>A lower approval rate at this gate is linked to a </a:t>
            </a:r>
            <a:r>
              <a:rPr lang="en-US" sz="1275" b="1">
                <a:solidFill>
                  <a:srgbClr val="262626"/>
                </a:solidFill>
                <a:latin typeface="Arial" pitchFamily="34" charset="0"/>
                <a:ea typeface="Arial" pitchFamily="34" charset="-122"/>
                <a:cs typeface="Arial" pitchFamily="34" charset="-120"/>
              </a:rPr>
              <a:t>higher </a:t>
            </a:r>
            <a:r>
              <a:rPr lang="en-US" sz="1275">
                <a:solidFill>
                  <a:srgbClr val="262626"/>
                </a:solidFill>
                <a:latin typeface="Arial" pitchFamily="34" charset="0"/>
                <a:ea typeface="Arial" pitchFamily="34" charset="-122"/>
                <a:cs typeface="Arial" pitchFamily="34" charset="-120"/>
              </a:rPr>
              <a:t>tribunal rate— see slide 9.</a:t>
            </a:r>
            <a:endParaRPr lang="en-US" sz="1275"/>
          </a:p>
        </p:txBody>
      </p:sp>
      <p:sp>
        <p:nvSpPr>
          <p:cNvPr id="18" name="Shape 10">
            <a:extLst>
              <a:ext uri="{FF2B5EF4-FFF2-40B4-BE49-F238E27FC236}">
                <a16:creationId xmlns:a16="http://schemas.microsoft.com/office/drawing/2014/main" id="{35CB8A68-B2B2-332A-25D8-A1508BC061F8}"/>
              </a:ext>
            </a:extLst>
          </p:cNvPr>
          <p:cNvSpPr/>
          <p:nvPr/>
        </p:nvSpPr>
        <p:spPr>
          <a:xfrm>
            <a:off x="229527" y="5284864"/>
            <a:ext cx="5506011" cy="569516"/>
          </a:xfrm>
          <a:prstGeom prst="rect">
            <a:avLst/>
          </a:prstGeom>
          <a:solidFill>
            <a:srgbClr val="F4F8F7"/>
          </a:solidFill>
          <a:ln/>
        </p:spPr>
        <p:txBody>
          <a:bodyPr/>
          <a:lstStyle/>
          <a:p>
            <a:endParaRPr lang="en-GB"/>
          </a:p>
        </p:txBody>
      </p:sp>
      <p:sp>
        <p:nvSpPr>
          <p:cNvPr id="20" name="Shape 11">
            <a:extLst>
              <a:ext uri="{FF2B5EF4-FFF2-40B4-BE49-F238E27FC236}">
                <a16:creationId xmlns:a16="http://schemas.microsoft.com/office/drawing/2014/main" id="{3CA508CC-547F-EF0E-DB62-4425EE93BD61}"/>
              </a:ext>
            </a:extLst>
          </p:cNvPr>
          <p:cNvSpPr/>
          <p:nvPr/>
        </p:nvSpPr>
        <p:spPr>
          <a:xfrm>
            <a:off x="229527" y="5284864"/>
            <a:ext cx="66336" cy="569516"/>
          </a:xfrm>
          <a:prstGeom prst="rect">
            <a:avLst/>
          </a:prstGeom>
          <a:solidFill>
            <a:srgbClr val="00625E"/>
          </a:solidFill>
          <a:ln/>
        </p:spPr>
        <p:txBody>
          <a:bodyPr/>
          <a:lstStyle/>
          <a:p>
            <a:endParaRPr lang="en-GB"/>
          </a:p>
        </p:txBody>
      </p:sp>
      <p:sp>
        <p:nvSpPr>
          <p:cNvPr id="22" name="Text 12">
            <a:extLst>
              <a:ext uri="{FF2B5EF4-FFF2-40B4-BE49-F238E27FC236}">
                <a16:creationId xmlns:a16="http://schemas.microsoft.com/office/drawing/2014/main" id="{C75F6AC6-7B4C-936E-E500-0F7EB5A46678}"/>
              </a:ext>
            </a:extLst>
          </p:cNvPr>
          <p:cNvSpPr/>
          <p:nvPr/>
        </p:nvSpPr>
        <p:spPr>
          <a:xfrm>
            <a:off x="439077" y="5399164"/>
            <a:ext cx="4996523" cy="455216"/>
          </a:xfrm>
          <a:prstGeom prst="rect">
            <a:avLst/>
          </a:prstGeom>
          <a:noFill/>
          <a:ln/>
        </p:spPr>
        <p:txBody>
          <a:bodyPr wrap="square" lIns="25400" tIns="25400" rIns="25400" bIns="25400" rtlCol="0" anchor="t">
            <a:normAutofit fontScale="92500" lnSpcReduction="10000"/>
          </a:bodyPr>
          <a:lstStyle/>
          <a:p>
            <a:pPr marL="0" indent="0" algn="l">
              <a:lnSpc>
                <a:spcPct val="123103"/>
              </a:lnSpc>
              <a:buNone/>
            </a:pPr>
            <a:r>
              <a:rPr lang="en-US" sz="1275">
                <a:solidFill>
                  <a:srgbClr val="262626"/>
                </a:solidFill>
                <a:latin typeface="Arial" pitchFamily="34" charset="0"/>
                <a:ea typeface="Arial" pitchFamily="34" charset="-122"/>
                <a:cs typeface="Arial" pitchFamily="34" charset="-120"/>
              </a:rPr>
              <a:t>Request rate is the strongest single correlate of EHCP rate in the dataset — see slide 9.</a:t>
            </a:r>
            <a:endParaRPr lang="en-US" sz="1275"/>
          </a:p>
        </p:txBody>
      </p:sp>
      <p:pic>
        <p:nvPicPr>
          <p:cNvPr id="9" name="Picture 8">
            <a:extLst>
              <a:ext uri="{FF2B5EF4-FFF2-40B4-BE49-F238E27FC236}">
                <a16:creationId xmlns:a16="http://schemas.microsoft.com/office/drawing/2014/main" id="{F3F58B57-975A-F8CF-F37C-7EEBE65AE4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0625" y="1760742"/>
            <a:ext cx="5479939" cy="3397562"/>
          </a:xfrm>
          <a:prstGeom prst="rect">
            <a:avLst/>
          </a:prstGeom>
        </p:spPr>
      </p:pic>
      <p:pic>
        <p:nvPicPr>
          <p:cNvPr id="14" name="Picture 13">
            <a:extLst>
              <a:ext uri="{FF2B5EF4-FFF2-40B4-BE49-F238E27FC236}">
                <a16:creationId xmlns:a16="http://schemas.microsoft.com/office/drawing/2014/main" id="{90C468C7-3C33-BB08-DC6A-E1386D3E49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527" y="1760742"/>
            <a:ext cx="5500566" cy="3410351"/>
          </a:xfrm>
          <a:prstGeom prst="rect">
            <a:avLst/>
          </a:prstGeom>
        </p:spPr>
      </p:pic>
    </p:spTree>
    <p:extLst>
      <p:ext uri="{BB962C8B-B14F-4D97-AF65-F5344CB8AC3E}">
        <p14:creationId xmlns:p14="http://schemas.microsoft.com/office/powerpoint/2010/main" val="374993865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D054-CF4B-A7CE-7360-B948F23AE21C}"/>
            </a:ext>
          </a:extLst>
        </p:cNvPr>
        <p:cNvGrpSpPr/>
        <p:nvPr/>
      </p:nvGrpSpPr>
      <p:grpSpPr>
        <a:xfrm>
          <a:off x="0" y="0"/>
          <a:ext cx="0" cy="0"/>
          <a:chOff x="0" y="0"/>
          <a:chExt cx="0" cy="0"/>
        </a:xfrm>
      </p:grpSpPr>
      <p:sp>
        <p:nvSpPr>
          <p:cNvPr id="13" name="Shape 6">
            <a:extLst>
              <a:ext uri="{FF2B5EF4-FFF2-40B4-BE49-F238E27FC236}">
                <a16:creationId xmlns:a16="http://schemas.microsoft.com/office/drawing/2014/main" id="{8EFD75DC-089A-6F57-1E23-EB55463A4F60}"/>
              </a:ext>
            </a:extLst>
          </p:cNvPr>
          <p:cNvSpPr/>
          <p:nvPr/>
        </p:nvSpPr>
        <p:spPr>
          <a:xfrm>
            <a:off x="147045" y="1673138"/>
            <a:ext cx="5622923" cy="3539178"/>
          </a:xfrm>
          <a:prstGeom prst="rect">
            <a:avLst/>
          </a:prstGeom>
          <a:solidFill>
            <a:schemeClr val="bg1"/>
          </a:solidFill>
          <a:ln w="19050">
            <a:solidFill>
              <a:srgbClr val="9DBFBC"/>
            </a:solidFill>
            <a:prstDash val="dash"/>
          </a:ln>
        </p:spPr>
        <p:txBody>
          <a:bodyPr/>
          <a:lstStyle/>
          <a:p>
            <a:endParaRPr lang="en-GB"/>
          </a:p>
        </p:txBody>
      </p:sp>
      <p:sp>
        <p:nvSpPr>
          <p:cNvPr id="2" name="Title 1">
            <a:extLst>
              <a:ext uri="{FF2B5EF4-FFF2-40B4-BE49-F238E27FC236}">
                <a16:creationId xmlns:a16="http://schemas.microsoft.com/office/drawing/2014/main" id="{CC068971-39C4-9BCE-9F7E-633911C7104A}"/>
              </a:ext>
            </a:extLst>
          </p:cNvPr>
          <p:cNvSpPr>
            <a:spLocks noGrp="1" noRot="1" noMove="1" noResize="1" noEditPoints="1" noAdjustHandles="1" noChangeArrowheads="1" noChangeShapeType="1"/>
          </p:cNvSpPr>
          <p:nvPr>
            <p:ph type="title"/>
          </p:nvPr>
        </p:nvSpPr>
        <p:spPr>
          <a:xfrm>
            <a:off x="4105656" y="227002"/>
            <a:ext cx="7618405" cy="664797"/>
          </a:xfrm>
        </p:spPr>
        <p:txBody>
          <a:bodyPr/>
          <a:lstStyle/>
          <a:p>
            <a:pPr algn="l"/>
            <a:r>
              <a:rPr lang="en-US" sz="2400">
                <a:latin typeface="Arial"/>
                <a:cs typeface="Arial"/>
              </a:rPr>
              <a:t>The median LA completed 6.5 EHCP assessments per 1,000 of the 0–25 population</a:t>
            </a:r>
            <a:endParaRPr lang="en-US" sz="2400"/>
          </a:p>
        </p:txBody>
      </p:sp>
      <p:sp>
        <p:nvSpPr>
          <p:cNvPr id="3" name="Slide Number Placeholder 2">
            <a:extLst>
              <a:ext uri="{FF2B5EF4-FFF2-40B4-BE49-F238E27FC236}">
                <a16:creationId xmlns:a16="http://schemas.microsoft.com/office/drawing/2014/main" id="{7980A537-C960-F530-7CA3-FAC7AD95B610}"/>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9</a:t>
            </a:fld>
            <a:endParaRPr lang="en-GB"/>
          </a:p>
        </p:txBody>
      </p:sp>
      <p:sp>
        <p:nvSpPr>
          <p:cNvPr id="4" name="Text Placeholder 11">
            <a:extLst>
              <a:ext uri="{FF2B5EF4-FFF2-40B4-BE49-F238E27FC236}">
                <a16:creationId xmlns:a16="http://schemas.microsoft.com/office/drawing/2014/main" id="{1AF98A2C-9F97-F94A-155E-F7C596FAA603}"/>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5" name="Text Placeholder 11">
            <a:extLst>
              <a:ext uri="{FF2B5EF4-FFF2-40B4-BE49-F238E27FC236}">
                <a16:creationId xmlns:a16="http://schemas.microsoft.com/office/drawing/2014/main" id="{571BF7DF-63DC-591C-0AE3-F5C232647293}"/>
              </a:ext>
            </a:extLst>
          </p:cNvPr>
          <p:cNvSpPr txBox="1">
            <a:spLocks/>
          </p:cNvSpPr>
          <p:nvPr/>
        </p:nvSpPr>
        <p:spPr>
          <a:xfrm>
            <a:off x="4006095" y="886368"/>
            <a:ext cx="7203763" cy="674686"/>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solidFill>
                  <a:srgbClr val="8C8C8C"/>
                </a:solidFill>
              </a:rPr>
              <a:t>Most assessments result in a plan — rates cluster at 95–100%, but a long tail of authorities sits well below</a:t>
            </a:r>
            <a:endParaRPr lang="en-US" sz="1600">
              <a:cs typeface="Arial" panose="020B0604020202020204"/>
            </a:endParaRPr>
          </a:p>
        </p:txBody>
      </p:sp>
      <p:sp>
        <p:nvSpPr>
          <p:cNvPr id="7" name="Shape 12">
            <a:extLst>
              <a:ext uri="{FF2B5EF4-FFF2-40B4-BE49-F238E27FC236}">
                <a16:creationId xmlns:a16="http://schemas.microsoft.com/office/drawing/2014/main" id="{E8CB76E6-AF7E-14AA-4844-0857096B95CF}"/>
              </a:ext>
            </a:extLst>
          </p:cNvPr>
          <p:cNvSpPr/>
          <p:nvPr/>
        </p:nvSpPr>
        <p:spPr>
          <a:xfrm>
            <a:off x="128152" y="5239004"/>
            <a:ext cx="11593653" cy="1352550"/>
          </a:xfrm>
          <a:prstGeom prst="rect">
            <a:avLst/>
          </a:prstGeom>
          <a:solidFill>
            <a:srgbClr val="00625E"/>
          </a:solidFill>
          <a:ln/>
        </p:spPr>
        <p:txBody>
          <a:bodyPr/>
          <a:lstStyle/>
          <a:p>
            <a:endParaRPr lang="en-GB"/>
          </a:p>
        </p:txBody>
      </p:sp>
      <p:sp>
        <p:nvSpPr>
          <p:cNvPr id="9" name="Text 13">
            <a:extLst>
              <a:ext uri="{FF2B5EF4-FFF2-40B4-BE49-F238E27FC236}">
                <a16:creationId xmlns:a16="http://schemas.microsoft.com/office/drawing/2014/main" id="{FBAB7CC2-CD18-7BF8-1206-881FCF5D97AC}"/>
              </a:ext>
            </a:extLst>
          </p:cNvPr>
          <p:cNvSpPr/>
          <p:nvPr/>
        </p:nvSpPr>
        <p:spPr>
          <a:xfrm>
            <a:off x="177944" y="5337772"/>
            <a:ext cx="11418311" cy="1180935"/>
          </a:xfrm>
          <a:prstGeom prst="rect">
            <a:avLst/>
          </a:prstGeom>
          <a:noFill/>
          <a:ln/>
        </p:spPr>
        <p:txBody>
          <a:bodyPr wrap="square" lIns="25400" tIns="25400" rIns="25400" bIns="25400" rtlCol="0" anchor="t">
            <a:normAutofit fontScale="77500" lnSpcReduction="20000"/>
          </a:bodyPr>
          <a:lstStyle/>
          <a:p>
            <a:pPr marL="285750" indent="-285750">
              <a:lnSpc>
                <a:spcPct val="125227"/>
              </a:lnSpc>
              <a:buFont typeface="Arial" panose="020B0604020202020204" pitchFamily="34" charset="0"/>
              <a:buChar char="•"/>
            </a:pPr>
            <a:r>
              <a:rPr lang="en-GB" sz="1400" b="1" dirty="0">
                <a:solidFill>
                  <a:schemeClr val="bg1"/>
                </a:solidFill>
              </a:rPr>
              <a:t>Almost all of the filtering happens before assessment, not after it.</a:t>
            </a:r>
            <a:r>
              <a:rPr lang="en-GB" sz="1400" dirty="0">
                <a:solidFill>
                  <a:schemeClr val="bg1"/>
                </a:solidFill>
              </a:rPr>
              <a:t> The typical local authority approves </a:t>
            </a:r>
            <a:r>
              <a:rPr lang="en-GB" sz="1400" b="1" dirty="0">
                <a:solidFill>
                  <a:schemeClr val="bg1"/>
                </a:solidFill>
              </a:rPr>
              <a:t>65%</a:t>
            </a:r>
            <a:r>
              <a:rPr lang="en-GB" sz="1400" dirty="0">
                <a:solidFill>
                  <a:schemeClr val="bg1"/>
                </a:solidFill>
              </a:rPr>
              <a:t> of requests for assessment, but issues a plan in </a:t>
            </a:r>
            <a:r>
              <a:rPr lang="en-GB" sz="1400" b="1" dirty="0">
                <a:solidFill>
                  <a:schemeClr val="bg1"/>
                </a:solidFill>
              </a:rPr>
              <a:t>95%</a:t>
            </a:r>
            <a:r>
              <a:rPr lang="en-GB" sz="1400" dirty="0">
                <a:solidFill>
                  <a:schemeClr val="bg1"/>
                </a:solidFill>
              </a:rPr>
              <a:t> of the assessments it completes. Once a child is assessed, a plan is very likely.</a:t>
            </a:r>
          </a:p>
          <a:p>
            <a:pPr marL="285750" indent="-285750">
              <a:lnSpc>
                <a:spcPct val="125227"/>
              </a:lnSpc>
              <a:buFont typeface="Arial" panose="020B0604020202020204" pitchFamily="34" charset="0"/>
              <a:buChar char="•"/>
            </a:pPr>
            <a:r>
              <a:rPr lang="en-GB" sz="1400" b="1" dirty="0">
                <a:solidFill>
                  <a:schemeClr val="bg1"/>
                </a:solidFill>
              </a:rPr>
              <a:t>The first gate also varies far more than the second.</a:t>
            </a:r>
            <a:r>
              <a:rPr lang="en-GB" sz="1400" dirty="0">
                <a:solidFill>
                  <a:schemeClr val="bg1"/>
                </a:solidFill>
              </a:rPr>
              <a:t> Approval for assessment ranges from </a:t>
            </a:r>
            <a:r>
              <a:rPr lang="en-GB" sz="1400" b="1" dirty="0">
                <a:solidFill>
                  <a:schemeClr val="bg1"/>
                </a:solidFill>
              </a:rPr>
              <a:t>26% to 96%</a:t>
            </a:r>
            <a:r>
              <a:rPr lang="en-GB" sz="1400" dirty="0">
                <a:solidFill>
                  <a:schemeClr val="bg1"/>
                </a:solidFill>
              </a:rPr>
              <a:t> across areas — a near four-fold difference — while post-assessment approval clusters between 90% and 100% nearly everywhere. Where a family lives matters much more to whether a child is assessed than to what happens afterwards.</a:t>
            </a:r>
          </a:p>
          <a:p>
            <a:pPr marL="285750" indent="-285750">
              <a:lnSpc>
                <a:spcPct val="125227"/>
              </a:lnSpc>
              <a:buFont typeface="Arial" panose="020B0604020202020204" pitchFamily="34" charset="0"/>
              <a:buChar char="•"/>
            </a:pPr>
            <a:r>
              <a:rPr lang="en-GB" sz="1400" b="1" dirty="0">
                <a:solidFill>
                  <a:schemeClr val="bg1"/>
                </a:solidFill>
              </a:rPr>
              <a:t>This points to gatekeeping at the request stage.</a:t>
            </a:r>
            <a:r>
              <a:rPr lang="en-GB" sz="1400" dirty="0">
                <a:solidFill>
                  <a:schemeClr val="bg1"/>
                </a:solidFill>
              </a:rPr>
              <a:t> A 95% approval rate after assessment suggests most refused requests would have met the threshold had they proceeded. Areas refusing more at the first gate also show higher tribunal rates (slide 9).</a:t>
            </a:r>
            <a:endParaRPr lang="en-US" sz="1400" dirty="0">
              <a:solidFill>
                <a:schemeClr val="bg1"/>
              </a:solidFill>
              <a:latin typeface="Arial"/>
              <a:cs typeface="Arial"/>
            </a:endParaRPr>
          </a:p>
        </p:txBody>
      </p:sp>
      <p:sp>
        <p:nvSpPr>
          <p:cNvPr id="14" name="Shape 6">
            <a:extLst>
              <a:ext uri="{FF2B5EF4-FFF2-40B4-BE49-F238E27FC236}">
                <a16:creationId xmlns:a16="http://schemas.microsoft.com/office/drawing/2014/main" id="{ECCF2296-E1A6-40BD-FF10-5F20F9E7F762}"/>
              </a:ext>
            </a:extLst>
          </p:cNvPr>
          <p:cNvSpPr/>
          <p:nvPr/>
        </p:nvSpPr>
        <p:spPr>
          <a:xfrm>
            <a:off x="6098883" y="1652543"/>
            <a:ext cx="5622923" cy="3539178"/>
          </a:xfrm>
          <a:prstGeom prst="rect">
            <a:avLst/>
          </a:prstGeom>
          <a:solidFill>
            <a:schemeClr val="bg1"/>
          </a:solidFill>
          <a:ln w="19050">
            <a:solidFill>
              <a:srgbClr val="9DBFBC"/>
            </a:solidFill>
            <a:prstDash val="dash"/>
          </a:ln>
        </p:spPr>
        <p:txBody>
          <a:bodyPr/>
          <a:lstStyle/>
          <a:p>
            <a:endParaRPr lang="en-GB"/>
          </a:p>
        </p:txBody>
      </p:sp>
      <p:pic>
        <p:nvPicPr>
          <p:cNvPr id="11" name="Picture 10">
            <a:extLst>
              <a:ext uri="{FF2B5EF4-FFF2-40B4-BE49-F238E27FC236}">
                <a16:creationId xmlns:a16="http://schemas.microsoft.com/office/drawing/2014/main" id="{3EA30C33-E8AB-F81C-59AE-6C9EC554F6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8746" y="1737172"/>
            <a:ext cx="5457509" cy="3383655"/>
          </a:xfrm>
          <a:prstGeom prst="rect">
            <a:avLst/>
          </a:prstGeom>
        </p:spPr>
      </p:pic>
      <p:pic>
        <p:nvPicPr>
          <p:cNvPr id="15" name="Picture 14">
            <a:extLst>
              <a:ext uri="{FF2B5EF4-FFF2-40B4-BE49-F238E27FC236}">
                <a16:creationId xmlns:a16="http://schemas.microsoft.com/office/drawing/2014/main" id="{3C19EFE8-C5F7-29D1-52C0-EC9B8E9C99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0328" y="1778446"/>
            <a:ext cx="5390937" cy="3342381"/>
          </a:xfrm>
          <a:prstGeom prst="rect">
            <a:avLst/>
          </a:prstGeom>
        </p:spPr>
      </p:pic>
    </p:spTree>
    <p:extLst>
      <p:ext uri="{BB962C8B-B14F-4D97-AF65-F5344CB8AC3E}">
        <p14:creationId xmlns:p14="http://schemas.microsoft.com/office/powerpoint/2010/main" val="1058538653"/>
      </p:ext>
    </p:extLst>
  </p:cSld>
  <p:clrMapOvr>
    <a:masterClrMapping/>
  </p:clrMapOvr>
  <p:transition>
    <p:fade/>
  </p:transition>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6">
            <a:extLst>
              <a:ext uri="{FF2B5EF4-FFF2-40B4-BE49-F238E27FC236}">
                <a16:creationId xmlns:a16="http://schemas.microsoft.com/office/drawing/2014/main" id="{FCD1D05A-8284-F4F7-1A9F-629B8C05DA1C}"/>
              </a:ext>
            </a:extLst>
          </p:cNvPr>
          <p:cNvSpPr/>
          <p:nvPr/>
        </p:nvSpPr>
        <p:spPr>
          <a:xfrm>
            <a:off x="8295418" y="1628688"/>
            <a:ext cx="3708349" cy="4651403"/>
          </a:xfrm>
          <a:prstGeom prst="rect">
            <a:avLst/>
          </a:prstGeom>
          <a:solidFill>
            <a:schemeClr val="bg1"/>
          </a:solidFill>
          <a:ln w="19050">
            <a:solidFill>
              <a:srgbClr val="9DBFBC"/>
            </a:solidFill>
            <a:prstDash val="dash"/>
          </a:ln>
        </p:spPr>
        <p:txBody>
          <a:bodyPr/>
          <a:lstStyle/>
          <a:p>
            <a:endParaRPr lang="en-GB"/>
          </a:p>
        </p:txBody>
      </p:sp>
      <p:sp>
        <p:nvSpPr>
          <p:cNvPr id="3" name="Slide Number Placeholder 2">
            <a:extLst>
              <a:ext uri="{FF2B5EF4-FFF2-40B4-BE49-F238E27FC236}">
                <a16:creationId xmlns:a16="http://schemas.microsoft.com/office/drawing/2014/main" id="{58BB61D3-C1B3-C6F2-0248-646EA45ADC7A}"/>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10</a:t>
            </a:fld>
            <a:endParaRPr lang="en-GB"/>
          </a:p>
        </p:txBody>
      </p:sp>
      <p:sp>
        <p:nvSpPr>
          <p:cNvPr id="2" name="Title 1">
            <a:extLst>
              <a:ext uri="{FF2B5EF4-FFF2-40B4-BE49-F238E27FC236}">
                <a16:creationId xmlns:a16="http://schemas.microsoft.com/office/drawing/2014/main" id="{AB705C0D-9E1A-AC33-FE16-C1266B260E53}"/>
              </a:ext>
            </a:extLst>
          </p:cNvPr>
          <p:cNvSpPr>
            <a:spLocks noGrp="1" noRot="1" noMove="1" noResize="1" noEditPoints="1" noAdjustHandles="1" noChangeArrowheads="1" noChangeShapeType="1"/>
          </p:cNvSpPr>
          <p:nvPr>
            <p:ph type="title"/>
          </p:nvPr>
        </p:nvSpPr>
        <p:spPr>
          <a:xfrm>
            <a:off x="4105656" y="227001"/>
            <a:ext cx="7618405" cy="664797"/>
          </a:xfrm>
        </p:spPr>
        <p:txBody>
          <a:bodyPr/>
          <a:lstStyle/>
          <a:p>
            <a:r>
              <a:rPr lang="en-US" sz="2400" dirty="0">
                <a:latin typeface="Arial"/>
                <a:cs typeface="Arial"/>
              </a:rPr>
              <a:t>Request Rate and Assessment Rate</a:t>
            </a:r>
            <a:br>
              <a:rPr lang="en-US" sz="2400" dirty="0"/>
            </a:br>
            <a:r>
              <a:rPr lang="en-US" sz="2400" dirty="0">
                <a:latin typeface="Arial"/>
                <a:cs typeface="Arial"/>
              </a:rPr>
              <a:t> are strongly Correlated with EHCP rate </a:t>
            </a:r>
          </a:p>
        </p:txBody>
      </p:sp>
      <p:sp>
        <p:nvSpPr>
          <p:cNvPr id="4" name="Text Placeholder 11">
            <a:extLst>
              <a:ext uri="{FF2B5EF4-FFF2-40B4-BE49-F238E27FC236}">
                <a16:creationId xmlns:a16="http://schemas.microsoft.com/office/drawing/2014/main" id="{A84C9641-CA13-4505-430B-5ACD8D6D242B}"/>
              </a:ext>
            </a:extLst>
          </p:cNvPr>
          <p:cNvSpPr txBox="1">
            <a:spLocks/>
          </p:cNvSpPr>
          <p:nvPr/>
        </p:nvSpPr>
        <p:spPr>
          <a:xfrm>
            <a:off x="5676053" y="926123"/>
            <a:ext cx="6042761" cy="523652"/>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b="1">
                <a:solidFill>
                  <a:srgbClr val="8C8C8C"/>
                </a:solidFill>
              </a:rPr>
              <a:t>Approval, mediation and tribunal measures show weak or negligible correlation with EHCP rate, growth and deprivation</a:t>
            </a:r>
            <a:endParaRPr lang="en-US" sz="1200">
              <a:cs typeface="Arial" panose="020B0604020202020204"/>
            </a:endParaRPr>
          </a:p>
        </p:txBody>
      </p:sp>
      <p:sp>
        <p:nvSpPr>
          <p:cNvPr id="28" name="Text 7">
            <a:extLst>
              <a:ext uri="{FF2B5EF4-FFF2-40B4-BE49-F238E27FC236}">
                <a16:creationId xmlns:a16="http://schemas.microsoft.com/office/drawing/2014/main" id="{1C1F0C8A-1D5E-319E-A80E-8D3F9B203904}"/>
              </a:ext>
            </a:extLst>
          </p:cNvPr>
          <p:cNvSpPr/>
          <p:nvPr/>
        </p:nvSpPr>
        <p:spPr>
          <a:xfrm>
            <a:off x="8367251" y="1694232"/>
            <a:ext cx="3030998" cy="377909"/>
          </a:xfrm>
          <a:prstGeom prst="rect">
            <a:avLst/>
          </a:prstGeom>
          <a:noFill/>
          <a:ln/>
        </p:spPr>
        <p:txBody>
          <a:bodyPr wrap="square" lIns="25400" tIns="25400" rIns="25400" bIns="25400" rtlCol="0" anchor="t">
            <a:normAutofit/>
          </a:bodyPr>
          <a:lstStyle/>
          <a:p>
            <a:pPr marL="0" indent="0" algn="l">
              <a:buNone/>
            </a:pPr>
            <a:r>
              <a:rPr lang="en-US" sz="1500" b="1">
                <a:solidFill>
                  <a:srgbClr val="000000"/>
                </a:solidFill>
                <a:latin typeface="Arial" pitchFamily="34" charset="0"/>
                <a:ea typeface="Arial" pitchFamily="34" charset="-122"/>
                <a:cs typeface="Arial" pitchFamily="34" charset="-120"/>
              </a:rPr>
              <a:t>Correlations worth noting</a:t>
            </a:r>
            <a:endParaRPr lang="en-US" sz="1500"/>
          </a:p>
        </p:txBody>
      </p:sp>
      <p:sp>
        <p:nvSpPr>
          <p:cNvPr id="30" name="Shape 8">
            <a:extLst>
              <a:ext uri="{FF2B5EF4-FFF2-40B4-BE49-F238E27FC236}">
                <a16:creationId xmlns:a16="http://schemas.microsoft.com/office/drawing/2014/main" id="{66D56073-29B9-1F23-9DF4-9E9FF67214FF}"/>
              </a:ext>
            </a:extLst>
          </p:cNvPr>
          <p:cNvSpPr/>
          <p:nvPr/>
        </p:nvSpPr>
        <p:spPr>
          <a:xfrm>
            <a:off x="8408001" y="2127146"/>
            <a:ext cx="76200" cy="76200"/>
          </a:xfrm>
          <a:prstGeom prst="ellipse">
            <a:avLst/>
          </a:prstGeom>
          <a:solidFill>
            <a:srgbClr val="00625E"/>
          </a:solidFill>
          <a:ln/>
        </p:spPr>
        <p:txBody>
          <a:bodyPr/>
          <a:lstStyle/>
          <a:p>
            <a:endParaRPr lang="en-GB"/>
          </a:p>
        </p:txBody>
      </p:sp>
      <p:sp>
        <p:nvSpPr>
          <p:cNvPr id="32" name="Text 9">
            <a:extLst>
              <a:ext uri="{FF2B5EF4-FFF2-40B4-BE49-F238E27FC236}">
                <a16:creationId xmlns:a16="http://schemas.microsoft.com/office/drawing/2014/main" id="{B51BF850-22CC-7884-815F-70912F9D78AE}"/>
              </a:ext>
            </a:extLst>
          </p:cNvPr>
          <p:cNvSpPr/>
          <p:nvPr/>
        </p:nvSpPr>
        <p:spPr>
          <a:xfrm>
            <a:off x="8583099" y="2047949"/>
            <a:ext cx="3382566" cy="869251"/>
          </a:xfrm>
          <a:prstGeom prst="rect">
            <a:avLst/>
          </a:prstGeom>
          <a:noFill/>
          <a:ln/>
        </p:spPr>
        <p:txBody>
          <a:bodyPr wrap="square" lIns="25400" tIns="25400" rIns="25400" bIns="25400" rtlCol="0" anchor="t">
            <a:normAutofit fontScale="92500" lnSpcReduction="20000"/>
          </a:bodyPr>
          <a:lstStyle/>
          <a:p>
            <a:pPr>
              <a:lnSpc>
                <a:spcPct val="123103"/>
              </a:lnSpc>
            </a:pPr>
            <a:r>
              <a:rPr lang="en-GB" sz="1400" b="1"/>
              <a:t>Throughput drives levels.</a:t>
            </a:r>
            <a:r>
              <a:rPr lang="en-GB" sz="1400"/>
              <a:t> Request rate (0.81) and assessment rate (0.72) are the strongest correlates of EHCP rate, and both track the EHCP share of the SEN cohort too.</a:t>
            </a:r>
            <a:endParaRPr lang="en-US" sz="1275"/>
          </a:p>
        </p:txBody>
      </p:sp>
      <p:sp>
        <p:nvSpPr>
          <p:cNvPr id="34" name="Shape 10">
            <a:extLst>
              <a:ext uri="{FF2B5EF4-FFF2-40B4-BE49-F238E27FC236}">
                <a16:creationId xmlns:a16="http://schemas.microsoft.com/office/drawing/2014/main" id="{34C5D626-F2B1-A046-A58A-A404F1147CE3}"/>
              </a:ext>
            </a:extLst>
          </p:cNvPr>
          <p:cNvSpPr/>
          <p:nvPr/>
        </p:nvSpPr>
        <p:spPr>
          <a:xfrm>
            <a:off x="8414876" y="3010526"/>
            <a:ext cx="76200" cy="76200"/>
          </a:xfrm>
          <a:prstGeom prst="ellipse">
            <a:avLst/>
          </a:prstGeom>
          <a:solidFill>
            <a:srgbClr val="85292A"/>
          </a:solidFill>
          <a:ln/>
        </p:spPr>
        <p:txBody>
          <a:bodyPr/>
          <a:lstStyle/>
          <a:p>
            <a:endParaRPr lang="en-GB"/>
          </a:p>
        </p:txBody>
      </p:sp>
      <p:sp>
        <p:nvSpPr>
          <p:cNvPr id="36" name="Text 11">
            <a:extLst>
              <a:ext uri="{FF2B5EF4-FFF2-40B4-BE49-F238E27FC236}">
                <a16:creationId xmlns:a16="http://schemas.microsoft.com/office/drawing/2014/main" id="{56D9F899-2499-3847-B1D7-1529AC47E322}"/>
              </a:ext>
            </a:extLst>
          </p:cNvPr>
          <p:cNvSpPr/>
          <p:nvPr/>
        </p:nvSpPr>
        <p:spPr>
          <a:xfrm>
            <a:off x="8557752" y="2935822"/>
            <a:ext cx="3382566" cy="869251"/>
          </a:xfrm>
          <a:prstGeom prst="rect">
            <a:avLst/>
          </a:prstGeom>
          <a:noFill/>
          <a:ln/>
        </p:spPr>
        <p:txBody>
          <a:bodyPr wrap="square" lIns="25400" tIns="25400" rIns="25400" bIns="25400" rtlCol="0" anchor="t">
            <a:normAutofit fontScale="85000" lnSpcReduction="10000"/>
          </a:bodyPr>
          <a:lstStyle/>
          <a:p>
            <a:pPr>
              <a:lnSpc>
                <a:spcPct val="123103"/>
              </a:lnSpc>
            </a:pPr>
            <a:r>
              <a:rPr lang="en-GB" sz="1400" b="1"/>
              <a:t>Plans are displacing SEN support.</a:t>
            </a:r>
            <a:r>
              <a:rPr lang="en-GB" sz="1400"/>
              <a:t> Where the EHCP rate is higher, a larger share of identified SEN pupils hold a statutory plan (0.75) — the same authorities, not simply larger cohorts.</a:t>
            </a:r>
            <a:endParaRPr lang="en-US" sz="1275"/>
          </a:p>
        </p:txBody>
      </p:sp>
      <p:sp>
        <p:nvSpPr>
          <p:cNvPr id="38" name="Shape 12">
            <a:extLst>
              <a:ext uri="{FF2B5EF4-FFF2-40B4-BE49-F238E27FC236}">
                <a16:creationId xmlns:a16="http://schemas.microsoft.com/office/drawing/2014/main" id="{4EEADF00-1B9A-6B2C-23A8-9CFC26380AC6}"/>
              </a:ext>
            </a:extLst>
          </p:cNvPr>
          <p:cNvSpPr/>
          <p:nvPr/>
        </p:nvSpPr>
        <p:spPr>
          <a:xfrm>
            <a:off x="8405351" y="3864318"/>
            <a:ext cx="76200" cy="76200"/>
          </a:xfrm>
          <a:prstGeom prst="ellipse">
            <a:avLst/>
          </a:prstGeom>
          <a:solidFill>
            <a:srgbClr val="00625E"/>
          </a:solidFill>
          <a:ln/>
        </p:spPr>
        <p:txBody>
          <a:bodyPr/>
          <a:lstStyle/>
          <a:p>
            <a:endParaRPr lang="en-GB"/>
          </a:p>
        </p:txBody>
      </p:sp>
      <p:sp>
        <p:nvSpPr>
          <p:cNvPr id="40" name="Text 13">
            <a:extLst>
              <a:ext uri="{FF2B5EF4-FFF2-40B4-BE49-F238E27FC236}">
                <a16:creationId xmlns:a16="http://schemas.microsoft.com/office/drawing/2014/main" id="{B5F5A8B8-0B77-71FF-E37A-3DEFE770F9B3}"/>
              </a:ext>
            </a:extLst>
          </p:cNvPr>
          <p:cNvSpPr/>
          <p:nvPr/>
        </p:nvSpPr>
        <p:spPr>
          <a:xfrm>
            <a:off x="8580428" y="3794610"/>
            <a:ext cx="3350354" cy="798861"/>
          </a:xfrm>
          <a:prstGeom prst="rect">
            <a:avLst/>
          </a:prstGeom>
          <a:noFill/>
          <a:ln/>
        </p:spPr>
        <p:txBody>
          <a:bodyPr wrap="square" lIns="25400" tIns="25400" rIns="25400" bIns="25400" rtlCol="0" anchor="t">
            <a:noAutofit/>
          </a:bodyPr>
          <a:lstStyle/>
          <a:p>
            <a:pPr>
              <a:lnSpc>
                <a:spcPct val="123103"/>
              </a:lnSpc>
            </a:pPr>
            <a:r>
              <a:rPr lang="en-GB" sz="1100" b="1" dirty="0"/>
              <a:t>Levels and growth are separate stories.</a:t>
            </a:r>
            <a:r>
              <a:rPr lang="en-GB" sz="1100" dirty="0"/>
              <a:t> EHCP rate and growth since 2018/19 are unrelated (−0.02); growth tracks assessment activity (0.38) and request volume (0.25) instead.</a:t>
            </a:r>
            <a:endParaRPr lang="en-US" sz="1100" dirty="0">
              <a:cs typeface="Arial"/>
            </a:endParaRPr>
          </a:p>
        </p:txBody>
      </p:sp>
      <p:sp>
        <p:nvSpPr>
          <p:cNvPr id="42" name="Shape 14">
            <a:extLst>
              <a:ext uri="{FF2B5EF4-FFF2-40B4-BE49-F238E27FC236}">
                <a16:creationId xmlns:a16="http://schemas.microsoft.com/office/drawing/2014/main" id="{56497ABE-F7F5-3428-9F7F-3D6FDE228F3B}"/>
              </a:ext>
            </a:extLst>
          </p:cNvPr>
          <p:cNvSpPr/>
          <p:nvPr/>
        </p:nvSpPr>
        <p:spPr>
          <a:xfrm>
            <a:off x="8420588" y="4677830"/>
            <a:ext cx="76200" cy="76200"/>
          </a:xfrm>
          <a:prstGeom prst="ellipse">
            <a:avLst/>
          </a:prstGeom>
          <a:solidFill>
            <a:srgbClr val="8C8C8C"/>
          </a:solidFill>
          <a:ln/>
        </p:spPr>
        <p:txBody>
          <a:bodyPr/>
          <a:lstStyle/>
          <a:p>
            <a:endParaRPr lang="en-GB"/>
          </a:p>
        </p:txBody>
      </p:sp>
      <p:sp>
        <p:nvSpPr>
          <p:cNvPr id="44" name="Text 15">
            <a:extLst>
              <a:ext uri="{FF2B5EF4-FFF2-40B4-BE49-F238E27FC236}">
                <a16:creationId xmlns:a16="http://schemas.microsoft.com/office/drawing/2014/main" id="{42D93AF5-C283-05A3-2B29-3E592347EAC6}"/>
              </a:ext>
            </a:extLst>
          </p:cNvPr>
          <p:cNvSpPr/>
          <p:nvPr/>
        </p:nvSpPr>
        <p:spPr>
          <a:xfrm>
            <a:off x="8541805" y="4592106"/>
            <a:ext cx="3382565" cy="943162"/>
          </a:xfrm>
          <a:prstGeom prst="rect">
            <a:avLst/>
          </a:prstGeom>
          <a:noFill/>
          <a:ln/>
        </p:spPr>
        <p:txBody>
          <a:bodyPr wrap="square" lIns="25400" tIns="25400" rIns="25400" bIns="25400" rtlCol="0" anchor="t">
            <a:normAutofit lnSpcReduction="10000"/>
          </a:bodyPr>
          <a:lstStyle/>
          <a:p>
            <a:pPr>
              <a:lnSpc>
                <a:spcPct val="123103"/>
              </a:lnSpc>
            </a:pPr>
            <a:r>
              <a:rPr lang="en-GB" sz="1050" b="1" dirty="0"/>
              <a:t>Decisions and deprivation don't move the totals.</a:t>
            </a:r>
            <a:r>
              <a:rPr lang="en-GB" sz="1050" dirty="0"/>
              <a:t> Both approval rates correlate weakly with EHCP rate (−0.08, −0.07) and growth (0.14, 0.00), and IDACI deprivation is flat against every measure (strongest |r| = 0.11).</a:t>
            </a:r>
            <a:endParaRPr lang="en-US" sz="1050" dirty="0"/>
          </a:p>
        </p:txBody>
      </p:sp>
      <p:sp>
        <p:nvSpPr>
          <p:cNvPr id="46" name="Shape 16">
            <a:extLst>
              <a:ext uri="{FF2B5EF4-FFF2-40B4-BE49-F238E27FC236}">
                <a16:creationId xmlns:a16="http://schemas.microsoft.com/office/drawing/2014/main" id="{331DCB3D-957A-FFCB-149C-B83CD089B082}"/>
              </a:ext>
            </a:extLst>
          </p:cNvPr>
          <p:cNvSpPr/>
          <p:nvPr/>
        </p:nvSpPr>
        <p:spPr>
          <a:xfrm>
            <a:off x="8277388" y="5540450"/>
            <a:ext cx="3744918" cy="805185"/>
          </a:xfrm>
          <a:prstGeom prst="rect">
            <a:avLst/>
          </a:prstGeom>
          <a:solidFill>
            <a:srgbClr val="00625E"/>
          </a:solidFill>
          <a:ln/>
        </p:spPr>
        <p:txBody>
          <a:bodyPr/>
          <a:lstStyle/>
          <a:p>
            <a:endParaRPr lang="en-GB"/>
          </a:p>
        </p:txBody>
      </p:sp>
      <p:sp>
        <p:nvSpPr>
          <p:cNvPr id="48" name="Text 17">
            <a:extLst>
              <a:ext uri="{FF2B5EF4-FFF2-40B4-BE49-F238E27FC236}">
                <a16:creationId xmlns:a16="http://schemas.microsoft.com/office/drawing/2014/main" id="{AA26E332-4782-D5D8-F55F-003B819AD285}"/>
              </a:ext>
            </a:extLst>
          </p:cNvPr>
          <p:cNvSpPr/>
          <p:nvPr/>
        </p:nvSpPr>
        <p:spPr>
          <a:xfrm>
            <a:off x="8405350" y="5567895"/>
            <a:ext cx="3560313" cy="774303"/>
          </a:xfrm>
          <a:prstGeom prst="rect">
            <a:avLst/>
          </a:prstGeom>
          <a:noFill/>
          <a:ln/>
        </p:spPr>
        <p:txBody>
          <a:bodyPr wrap="square" lIns="25400" tIns="25400" rIns="25400" bIns="25400" rtlCol="0" anchor="t">
            <a:normAutofit/>
          </a:bodyPr>
          <a:lstStyle/>
          <a:p>
            <a:pPr marL="0" indent="0" algn="l">
              <a:lnSpc>
                <a:spcPct val="127500"/>
              </a:lnSpc>
              <a:buNone/>
            </a:pPr>
            <a:r>
              <a:rPr lang="en-US" sz="1275" b="1">
                <a:solidFill>
                  <a:srgbClr val="FFFFFF"/>
                </a:solidFill>
                <a:latin typeface="Arial" pitchFamily="34" charset="0"/>
                <a:ea typeface="Arial" pitchFamily="34" charset="-122"/>
                <a:cs typeface="Arial" pitchFamily="34" charset="-120"/>
              </a:rPr>
              <a:t>Volume entering the process is the common thread </a:t>
            </a:r>
            <a:r>
              <a:rPr lang="en-US" sz="1275">
                <a:solidFill>
                  <a:srgbClr val="FFFFFF"/>
                </a:solidFill>
                <a:latin typeface="Arial" pitchFamily="34" charset="0"/>
                <a:ea typeface="Arial" pitchFamily="34" charset="-122"/>
                <a:cs typeface="Arial" pitchFamily="34" charset="-120"/>
              </a:rPr>
              <a:t>— not deprivation, approval decisions or escalation.</a:t>
            </a:r>
            <a:endParaRPr lang="en-US" sz="1275"/>
          </a:p>
        </p:txBody>
      </p:sp>
      <p:sp>
        <p:nvSpPr>
          <p:cNvPr id="50" name="Text 18">
            <a:extLst>
              <a:ext uri="{FF2B5EF4-FFF2-40B4-BE49-F238E27FC236}">
                <a16:creationId xmlns:a16="http://schemas.microsoft.com/office/drawing/2014/main" id="{3025EBC0-F87C-DFFF-7B16-FFEEEB1167A2}"/>
              </a:ext>
            </a:extLst>
          </p:cNvPr>
          <p:cNvSpPr/>
          <p:nvPr/>
        </p:nvSpPr>
        <p:spPr>
          <a:xfrm>
            <a:off x="188233" y="6416312"/>
            <a:ext cx="952066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a:solidFill>
                  <a:srgbClr val="595959"/>
                </a:solidFill>
                <a:latin typeface="Arial" pitchFamily="34" charset="0"/>
                <a:ea typeface="Arial" pitchFamily="34" charset="-122"/>
                <a:cs typeface="Arial" pitchFamily="34" charset="-120"/>
              </a:rPr>
              <a:t>Source: MHCLG analysis of DfE EHCP, request and tribunal/mediation data. Pearson correlation</a:t>
            </a:r>
            <a:endParaRPr lang="en-US" sz="1050"/>
          </a:p>
        </p:txBody>
      </p:sp>
      <p:sp>
        <p:nvSpPr>
          <p:cNvPr id="6" name="Shape 6">
            <a:extLst>
              <a:ext uri="{FF2B5EF4-FFF2-40B4-BE49-F238E27FC236}">
                <a16:creationId xmlns:a16="http://schemas.microsoft.com/office/drawing/2014/main" id="{F0D7B1E1-7FFA-0B5D-1884-4C0D972F0609}"/>
              </a:ext>
            </a:extLst>
          </p:cNvPr>
          <p:cNvSpPr/>
          <p:nvPr/>
        </p:nvSpPr>
        <p:spPr>
          <a:xfrm>
            <a:off x="188233" y="1642144"/>
            <a:ext cx="7970737" cy="4719838"/>
          </a:xfrm>
          <a:prstGeom prst="rect">
            <a:avLst/>
          </a:prstGeom>
          <a:solidFill>
            <a:schemeClr val="bg1"/>
          </a:solidFill>
          <a:ln w="19050">
            <a:solidFill>
              <a:srgbClr val="9DBFBC"/>
            </a:solidFill>
            <a:prstDash val="dash"/>
          </a:ln>
        </p:spPr>
        <p:txBody>
          <a:bodyPr/>
          <a:lstStyle/>
          <a:p>
            <a:endParaRPr lang="en-GB"/>
          </a:p>
        </p:txBody>
      </p:sp>
      <p:pic>
        <p:nvPicPr>
          <p:cNvPr id="7" name="Picture 6">
            <a:extLst>
              <a:ext uri="{FF2B5EF4-FFF2-40B4-BE49-F238E27FC236}">
                <a16:creationId xmlns:a16="http://schemas.microsoft.com/office/drawing/2014/main" id="{669F5679-416A-A399-196E-3CE9F3EB0B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0017" y="1712006"/>
            <a:ext cx="6511277" cy="4568085"/>
          </a:xfrm>
          <a:prstGeom prst="rect">
            <a:avLst/>
          </a:prstGeom>
        </p:spPr>
      </p:pic>
    </p:spTree>
    <p:extLst>
      <p:ext uri="{BB962C8B-B14F-4D97-AF65-F5344CB8AC3E}">
        <p14:creationId xmlns:p14="http://schemas.microsoft.com/office/powerpoint/2010/main" val="1062679220"/>
      </p:ext>
    </p:extLst>
  </p:cSld>
  <p:clrMapOvr>
    <a:masterClrMapping/>
  </p:clrMapOvr>
  <p:transition>
    <p:fade/>
  </p:transition>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11BADC-3672-069B-B14E-D6B182537CAA}"/>
              </a:ext>
            </a:extLst>
          </p:cNvPr>
          <p:cNvSpPr>
            <a:spLocks noGrp="1"/>
          </p:cNvSpPr>
          <p:nvPr>
            <p:ph type="title" idx="4294967295"/>
          </p:nvPr>
        </p:nvSpPr>
        <p:spPr>
          <a:xfrm>
            <a:off x="838200" y="-1325563"/>
            <a:ext cx="10515600" cy="1325563"/>
          </a:xfrm>
          <a:prstGeom prst="rect">
            <a:avLst/>
          </a:prstGeom>
        </p:spPr>
        <p:txBody>
          <a:bodyPr anchor="b"/>
          <a:lstStyle/>
          <a:p>
            <a:r>
              <a:rPr lang="en-GB"/>
              <a:t>End slide</a:t>
            </a:r>
          </a:p>
        </p:txBody>
      </p:sp>
    </p:spTree>
    <p:extLst>
      <p:ext uri="{BB962C8B-B14F-4D97-AF65-F5344CB8AC3E}">
        <p14:creationId xmlns:p14="http://schemas.microsoft.com/office/powerpoint/2010/main" val="316021992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F19EF-E408-1063-21CB-31A2B1855B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6BFB47-F536-6170-03CE-A0DBEA1DDC40}"/>
              </a:ext>
            </a:extLst>
          </p:cNvPr>
          <p:cNvSpPr>
            <a:spLocks noGrp="1"/>
          </p:cNvSpPr>
          <p:nvPr>
            <p:ph type="title"/>
          </p:nvPr>
        </p:nvSpPr>
        <p:spPr>
          <a:xfrm>
            <a:off x="1920899" y="2407233"/>
            <a:ext cx="7946728" cy="1661993"/>
          </a:xfrm>
          <a:prstGeom prst="rect">
            <a:avLst/>
          </a:prstGeom>
        </p:spPr>
        <p:txBody>
          <a:bodyPr/>
          <a:lstStyle/>
          <a:p>
            <a:r>
              <a:rPr lang="en-GB">
                <a:latin typeface="Arial"/>
                <a:cs typeface="Arial"/>
              </a:rPr>
              <a:t>Conclusion + QnA slide?</a:t>
            </a:r>
            <a:endParaRPr lang="en-US"/>
          </a:p>
        </p:txBody>
      </p:sp>
    </p:spTree>
    <p:extLst>
      <p:ext uri="{BB962C8B-B14F-4D97-AF65-F5344CB8AC3E}">
        <p14:creationId xmlns:p14="http://schemas.microsoft.com/office/powerpoint/2010/main" val="198022805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686E0D-6947-69F0-849C-74B3617D7B25}"/>
              </a:ext>
            </a:extLst>
          </p:cNvPr>
          <p:cNvSpPr>
            <a:spLocks noGrp="1"/>
          </p:cNvSpPr>
          <p:nvPr>
            <p:ph type="title"/>
          </p:nvPr>
        </p:nvSpPr>
        <p:spPr>
          <a:prstGeom prst="rect">
            <a:avLst/>
          </a:prstGeom>
        </p:spPr>
        <p:txBody>
          <a:bodyPr/>
          <a:lstStyle/>
          <a:p>
            <a:r>
              <a:rPr lang="en-GB"/>
              <a:t>Annex A</a:t>
            </a:r>
          </a:p>
        </p:txBody>
      </p:sp>
      <p:sp>
        <p:nvSpPr>
          <p:cNvPr id="4" name="Text Placeholder 3">
            <a:extLst>
              <a:ext uri="{FF2B5EF4-FFF2-40B4-BE49-F238E27FC236}">
                <a16:creationId xmlns:a16="http://schemas.microsoft.com/office/drawing/2014/main" id="{FBC8ED43-9DED-CF25-4750-1718D905BCB4}"/>
              </a:ext>
            </a:extLst>
          </p:cNvPr>
          <p:cNvSpPr>
            <a:spLocks noGrp="1"/>
          </p:cNvSpPr>
          <p:nvPr>
            <p:ph type="body" sz="quarter" idx="10"/>
          </p:nvPr>
        </p:nvSpPr>
        <p:spPr>
          <a:xfrm>
            <a:off x="1920899" y="4297640"/>
            <a:ext cx="7946728" cy="1218795"/>
          </a:xfrm>
        </p:spPr>
        <p:txBody>
          <a:bodyPr/>
          <a:lstStyle/>
          <a:p>
            <a:r>
              <a:rPr lang="en-GB"/>
              <a:t>Additional EHCPS as a share of send plots</a:t>
            </a:r>
          </a:p>
        </p:txBody>
      </p:sp>
    </p:spTree>
    <p:extLst>
      <p:ext uri="{BB962C8B-B14F-4D97-AF65-F5344CB8AC3E}">
        <p14:creationId xmlns:p14="http://schemas.microsoft.com/office/powerpoint/2010/main" val="425044694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D37B3-EC7B-CCDB-7488-25F57A30770B}"/>
            </a:ext>
          </a:extLst>
        </p:cNvPr>
        <p:cNvGrpSpPr/>
        <p:nvPr/>
      </p:nvGrpSpPr>
      <p:grpSpPr>
        <a:xfrm>
          <a:off x="0" y="0"/>
          <a:ext cx="0" cy="0"/>
          <a:chOff x="0" y="0"/>
          <a:chExt cx="0" cy="0"/>
        </a:xfrm>
      </p:grpSpPr>
      <p:sp>
        <p:nvSpPr>
          <p:cNvPr id="25" name="Shape 6">
            <a:extLst>
              <a:ext uri="{FF2B5EF4-FFF2-40B4-BE49-F238E27FC236}">
                <a16:creationId xmlns:a16="http://schemas.microsoft.com/office/drawing/2014/main" id="{9D4B9222-C956-E3D4-AE33-6D301CCE78D5}"/>
              </a:ext>
            </a:extLst>
          </p:cNvPr>
          <p:cNvSpPr/>
          <p:nvPr/>
        </p:nvSpPr>
        <p:spPr>
          <a:xfrm>
            <a:off x="396096" y="1778194"/>
            <a:ext cx="7616726" cy="4725741"/>
          </a:xfrm>
          <a:prstGeom prst="rect">
            <a:avLst/>
          </a:prstGeom>
          <a:solidFill>
            <a:schemeClr val="bg1"/>
          </a:solidFill>
          <a:ln w="19050">
            <a:solidFill>
              <a:srgbClr val="9DBFBC"/>
            </a:solidFill>
            <a:prstDash val="dash"/>
          </a:ln>
        </p:spPr>
        <p:txBody>
          <a:bodyPr/>
          <a:lstStyle/>
          <a:p>
            <a:endParaRPr lang="en-GB"/>
          </a:p>
        </p:txBody>
      </p:sp>
      <p:sp>
        <p:nvSpPr>
          <p:cNvPr id="2" name="Title 1">
            <a:extLst>
              <a:ext uri="{FF2B5EF4-FFF2-40B4-BE49-F238E27FC236}">
                <a16:creationId xmlns:a16="http://schemas.microsoft.com/office/drawing/2014/main" id="{A57270C5-7B7D-38B3-CDA7-EB65729709CB}"/>
              </a:ext>
            </a:extLst>
          </p:cNvPr>
          <p:cNvSpPr>
            <a:spLocks noGrp="1" noRot="1" noMove="1" noResize="1" noEditPoints="1" noAdjustHandles="1" noChangeArrowheads="1" noChangeShapeType="1"/>
          </p:cNvSpPr>
          <p:nvPr>
            <p:ph type="title"/>
          </p:nvPr>
        </p:nvSpPr>
        <p:spPr>
          <a:xfrm>
            <a:off x="4105656" y="227001"/>
            <a:ext cx="7618405" cy="664797"/>
          </a:xfrm>
        </p:spPr>
        <p:txBody>
          <a:bodyPr/>
          <a:lstStyle/>
          <a:p>
            <a:pPr algn="l"/>
            <a:r>
              <a:rPr lang="en-US" sz="2400">
                <a:latin typeface="Arial"/>
                <a:cs typeface="Arial"/>
              </a:rPr>
              <a:t>Deprivation and EHCPs as a share of the SEND population</a:t>
            </a:r>
            <a:endParaRPr lang="en-US" sz="2400"/>
          </a:p>
        </p:txBody>
      </p:sp>
      <p:sp>
        <p:nvSpPr>
          <p:cNvPr id="3" name="Slide Number Placeholder 2">
            <a:extLst>
              <a:ext uri="{FF2B5EF4-FFF2-40B4-BE49-F238E27FC236}">
                <a16:creationId xmlns:a16="http://schemas.microsoft.com/office/drawing/2014/main" id="{33B35B79-10A6-A929-8628-D3E94FF0D6C8}"/>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14</a:t>
            </a:fld>
            <a:endParaRPr lang="en-GB"/>
          </a:p>
        </p:txBody>
      </p:sp>
      <p:sp>
        <p:nvSpPr>
          <p:cNvPr id="4" name="Text Placeholder 11">
            <a:extLst>
              <a:ext uri="{FF2B5EF4-FFF2-40B4-BE49-F238E27FC236}">
                <a16:creationId xmlns:a16="http://schemas.microsoft.com/office/drawing/2014/main" id="{79C54D4A-4D75-9E01-CA16-73AE9D8A2136}"/>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pic>
        <p:nvPicPr>
          <p:cNvPr id="5" name="Picture 4" descr="A white rectangular object with black and green squares&#10;&#10;AI-generated content may be incorrect.">
            <a:extLst>
              <a:ext uri="{FF2B5EF4-FFF2-40B4-BE49-F238E27FC236}">
                <a16:creationId xmlns:a16="http://schemas.microsoft.com/office/drawing/2014/main" id="{5C90D3B4-BEC5-34D4-DB51-1ED8CE27B949}"/>
              </a:ext>
            </a:extLst>
          </p:cNvPr>
          <p:cNvPicPr>
            <a:picLocks noChangeAspect="1"/>
          </p:cNvPicPr>
          <p:nvPr/>
        </p:nvPicPr>
        <p:blipFill>
          <a:blip r:embed="rId3"/>
          <a:stretch>
            <a:fillRect/>
          </a:stretch>
        </p:blipFill>
        <p:spPr>
          <a:xfrm>
            <a:off x="8592593" y="1778194"/>
            <a:ext cx="3203311" cy="4220351"/>
          </a:xfrm>
          <a:prstGeom prst="rect">
            <a:avLst/>
          </a:prstGeom>
        </p:spPr>
      </p:pic>
      <p:pic>
        <p:nvPicPr>
          <p:cNvPr id="10" name="Picture 9">
            <a:extLst>
              <a:ext uri="{FF2B5EF4-FFF2-40B4-BE49-F238E27FC236}">
                <a16:creationId xmlns:a16="http://schemas.microsoft.com/office/drawing/2014/main" id="{AAC1CDBB-DD9D-2968-AB73-8613257C5E77}"/>
              </a:ext>
            </a:extLst>
          </p:cNvPr>
          <p:cNvPicPr>
            <a:picLocks noChangeAspect="1"/>
          </p:cNvPicPr>
          <p:nvPr/>
        </p:nvPicPr>
        <p:blipFill>
          <a:blip r:embed="rId4"/>
          <a:stretch>
            <a:fillRect/>
          </a:stretch>
        </p:blipFill>
        <p:spPr>
          <a:xfrm>
            <a:off x="8507471" y="1761295"/>
            <a:ext cx="10436052" cy="771696"/>
          </a:xfrm>
          <a:prstGeom prst="rect">
            <a:avLst/>
          </a:prstGeom>
        </p:spPr>
      </p:pic>
      <p:pic>
        <p:nvPicPr>
          <p:cNvPr id="12" name="Picture 11">
            <a:extLst>
              <a:ext uri="{FF2B5EF4-FFF2-40B4-BE49-F238E27FC236}">
                <a16:creationId xmlns:a16="http://schemas.microsoft.com/office/drawing/2014/main" id="{E2F657BF-BCDB-5601-0807-14136BC74E2E}"/>
              </a:ext>
            </a:extLst>
          </p:cNvPr>
          <p:cNvPicPr>
            <a:picLocks noChangeAspect="1"/>
          </p:cNvPicPr>
          <p:nvPr/>
        </p:nvPicPr>
        <p:blipFill>
          <a:blip r:embed="rId5"/>
          <a:stretch>
            <a:fillRect/>
          </a:stretch>
        </p:blipFill>
        <p:spPr>
          <a:xfrm>
            <a:off x="8592594" y="2371116"/>
            <a:ext cx="3182872" cy="1308825"/>
          </a:xfrm>
          <a:prstGeom prst="rect">
            <a:avLst/>
          </a:prstGeom>
        </p:spPr>
      </p:pic>
      <p:sp>
        <p:nvSpPr>
          <p:cNvPr id="6" name="TextBox 5">
            <a:extLst>
              <a:ext uri="{FF2B5EF4-FFF2-40B4-BE49-F238E27FC236}">
                <a16:creationId xmlns:a16="http://schemas.microsoft.com/office/drawing/2014/main" id="{675B39D9-65D9-72B2-7DAD-82D2036C5891}"/>
              </a:ext>
            </a:extLst>
          </p:cNvPr>
          <p:cNvSpPr txBox="1"/>
          <p:nvPr/>
        </p:nvSpPr>
        <p:spPr>
          <a:xfrm>
            <a:off x="8727228" y="2464941"/>
            <a:ext cx="2944313" cy="1754326"/>
          </a:xfrm>
          <a:prstGeom prst="rect">
            <a:avLst/>
          </a:prstGeom>
          <a:noFill/>
        </p:spPr>
        <p:txBody>
          <a:bodyPr wrap="square" rtlCol="0">
            <a:spAutoFit/>
          </a:bodyPr>
          <a:lstStyle/>
          <a:p>
            <a:r>
              <a:rPr lang="en-US">
                <a:solidFill>
                  <a:schemeClr val="bg1"/>
                </a:solidFill>
                <a:latin typeface="Arial" pitchFamily="34" charset="0"/>
                <a:ea typeface="Arial" pitchFamily="34" charset="-122"/>
                <a:cs typeface="Arial" pitchFamily="34" charset="-120"/>
              </a:rPr>
              <a:t>Not how many children hold plans, but </a:t>
            </a:r>
            <a:r>
              <a:rPr lang="en-US" b="1">
                <a:solidFill>
                  <a:schemeClr val="bg1"/>
                </a:solidFill>
                <a:latin typeface="Arial" pitchFamily="34" charset="0"/>
                <a:ea typeface="Arial" pitchFamily="34" charset="-122"/>
                <a:cs typeface="Arial" pitchFamily="34" charset="-120"/>
              </a:rPr>
              <a:t>what share of the identified SEN population </a:t>
            </a:r>
            <a:r>
              <a:rPr lang="en-US">
                <a:solidFill>
                  <a:schemeClr val="bg1"/>
                </a:solidFill>
                <a:latin typeface="Arial" pitchFamily="34" charset="0"/>
                <a:ea typeface="Arial" pitchFamily="34" charset="-122"/>
                <a:cs typeface="Arial" pitchFamily="34" charset="-120"/>
              </a:rPr>
              <a:t>is converted into a plan.</a:t>
            </a:r>
            <a:endParaRPr lang="en-US">
              <a:solidFill>
                <a:schemeClr val="bg1"/>
              </a:solidFill>
            </a:endParaRPr>
          </a:p>
          <a:p>
            <a:endParaRPr lang="en-GB">
              <a:solidFill>
                <a:schemeClr val="bg1"/>
              </a:solidFill>
            </a:endParaRPr>
          </a:p>
        </p:txBody>
      </p:sp>
      <p:sp>
        <p:nvSpPr>
          <p:cNvPr id="15" name="TextBox 14">
            <a:extLst>
              <a:ext uri="{FF2B5EF4-FFF2-40B4-BE49-F238E27FC236}">
                <a16:creationId xmlns:a16="http://schemas.microsoft.com/office/drawing/2014/main" id="{C4D19091-5B08-C9A6-943E-0737D1DB3DD8}"/>
              </a:ext>
            </a:extLst>
          </p:cNvPr>
          <p:cNvSpPr txBox="1"/>
          <p:nvPr/>
        </p:nvSpPr>
        <p:spPr>
          <a:xfrm>
            <a:off x="8599484" y="3632550"/>
            <a:ext cx="3182872" cy="2308324"/>
          </a:xfrm>
          <a:prstGeom prst="rect">
            <a:avLst/>
          </a:prstGeom>
          <a:noFill/>
        </p:spPr>
        <p:txBody>
          <a:bodyPr wrap="square" rtlCol="0">
            <a:spAutoFit/>
          </a:bodyPr>
          <a:lstStyle/>
          <a:p>
            <a:r>
              <a:rPr lang="en-US">
                <a:solidFill>
                  <a:srgbClr val="262626"/>
                </a:solidFill>
                <a:latin typeface="Arial" pitchFamily="34" charset="0"/>
                <a:ea typeface="Arial" pitchFamily="34" charset="-122"/>
                <a:cs typeface="Arial" pitchFamily="34" charset="-120"/>
              </a:rPr>
              <a:t>A negative correlation would mean more deprived LAs issue plans to a smaller share of their SEN population — the opposite of what need alone would predict, and a cause for concern.</a:t>
            </a:r>
            <a:endParaRPr lang="en-US"/>
          </a:p>
          <a:p>
            <a:endParaRPr lang="en-GB"/>
          </a:p>
        </p:txBody>
      </p:sp>
      <p:sp>
        <p:nvSpPr>
          <p:cNvPr id="19" name="Shape 14">
            <a:extLst>
              <a:ext uri="{FF2B5EF4-FFF2-40B4-BE49-F238E27FC236}">
                <a16:creationId xmlns:a16="http://schemas.microsoft.com/office/drawing/2014/main" id="{557A6AD4-CD5E-0DBB-58FD-F1CA04B2A10B}"/>
              </a:ext>
            </a:extLst>
          </p:cNvPr>
          <p:cNvSpPr/>
          <p:nvPr/>
        </p:nvSpPr>
        <p:spPr>
          <a:xfrm>
            <a:off x="8592592" y="5594883"/>
            <a:ext cx="3182873" cy="629246"/>
          </a:xfrm>
          <a:prstGeom prst="rect">
            <a:avLst/>
          </a:prstGeom>
          <a:solidFill>
            <a:srgbClr val="00625E"/>
          </a:solidFill>
          <a:ln/>
        </p:spPr>
        <p:txBody>
          <a:bodyPr/>
          <a:lstStyle/>
          <a:p>
            <a:endParaRPr lang="en-GB"/>
          </a:p>
        </p:txBody>
      </p:sp>
      <p:sp>
        <p:nvSpPr>
          <p:cNvPr id="21" name="Text 15">
            <a:extLst>
              <a:ext uri="{FF2B5EF4-FFF2-40B4-BE49-F238E27FC236}">
                <a16:creationId xmlns:a16="http://schemas.microsoft.com/office/drawing/2014/main" id="{4DE0804A-55DD-13E5-7C79-AD2FB6E79628}"/>
              </a:ext>
            </a:extLst>
          </p:cNvPr>
          <p:cNvSpPr/>
          <p:nvPr/>
        </p:nvSpPr>
        <p:spPr>
          <a:xfrm>
            <a:off x="8710360" y="5632972"/>
            <a:ext cx="3088755" cy="593410"/>
          </a:xfrm>
          <a:prstGeom prst="rect">
            <a:avLst/>
          </a:prstGeom>
          <a:noFill/>
          <a:ln/>
        </p:spPr>
        <p:txBody>
          <a:bodyPr wrap="square" lIns="25400" tIns="25400" rIns="25400" bIns="25400" rtlCol="0" anchor="t">
            <a:normAutofit fontScale="70000" lnSpcReduction="20000"/>
          </a:bodyPr>
          <a:lstStyle/>
          <a:p>
            <a:pPr marL="0" indent="0" algn="l">
              <a:lnSpc>
                <a:spcPct val="127500"/>
              </a:lnSpc>
              <a:buNone/>
            </a:pPr>
            <a:r>
              <a:rPr lang="en-US" sz="1600">
                <a:solidFill>
                  <a:srgbClr val="FFFFFF"/>
                </a:solidFill>
                <a:latin typeface="Arial" pitchFamily="34" charset="0"/>
                <a:ea typeface="Arial" pitchFamily="34" charset="-122"/>
                <a:cs typeface="Arial" pitchFamily="34" charset="-120"/>
              </a:rPr>
              <a:t>If that pattern holds it may reflect more successful lobbying and appeals in more affluent areas</a:t>
            </a:r>
            <a:endParaRPr lang="en-US" sz="1600"/>
          </a:p>
        </p:txBody>
      </p:sp>
      <p:sp>
        <p:nvSpPr>
          <p:cNvPr id="23" name="Text 16">
            <a:extLst>
              <a:ext uri="{FF2B5EF4-FFF2-40B4-BE49-F238E27FC236}">
                <a16:creationId xmlns:a16="http://schemas.microsoft.com/office/drawing/2014/main" id="{D0BBD0F9-F63C-DECE-548A-C9243841EA79}"/>
              </a:ext>
            </a:extLst>
          </p:cNvPr>
          <p:cNvSpPr/>
          <p:nvPr/>
        </p:nvSpPr>
        <p:spPr>
          <a:xfrm>
            <a:off x="8191726" y="6572369"/>
            <a:ext cx="2577873" cy="178287"/>
          </a:xfrm>
          <a:prstGeom prst="rect">
            <a:avLst/>
          </a:prstGeom>
          <a:noFill/>
          <a:ln/>
        </p:spPr>
        <p:txBody>
          <a:bodyPr wrap="square" lIns="25400" tIns="25400" rIns="25400" bIns="25400" rtlCol="0" anchor="t">
            <a:normAutofit fontScale="62500" lnSpcReduction="20000"/>
          </a:bodyPr>
          <a:lstStyle/>
          <a:p>
            <a:pPr marL="0" indent="0" algn="l">
              <a:lnSpc>
                <a:spcPct val="120000"/>
              </a:lnSpc>
              <a:buNone/>
            </a:pPr>
            <a:r>
              <a:rPr lang="en-US" sz="700">
                <a:solidFill>
                  <a:srgbClr val="595959"/>
                </a:solidFill>
                <a:latin typeface="Arial" pitchFamily="34" charset="0"/>
                <a:ea typeface="Arial" pitchFamily="34" charset="-122"/>
                <a:cs typeface="Arial" pitchFamily="34" charset="-120"/>
              </a:rPr>
              <a:t>Note: this dataset covers school pupils only and is not directly comparable with the 0–25 EHCP population used elsewhere in this pack.</a:t>
            </a:r>
            <a:endParaRPr lang="en-US" sz="700"/>
          </a:p>
        </p:txBody>
      </p:sp>
      <p:pic>
        <p:nvPicPr>
          <p:cNvPr id="13" name="Picture 12">
            <a:extLst>
              <a:ext uri="{FF2B5EF4-FFF2-40B4-BE49-F238E27FC236}">
                <a16:creationId xmlns:a16="http://schemas.microsoft.com/office/drawing/2014/main" id="{A04A5AE6-6FE1-E9F8-46DF-2CE9EEB4213F}"/>
              </a:ext>
            </a:extLst>
          </p:cNvPr>
          <p:cNvPicPr>
            <a:picLocks noChangeAspect="1"/>
          </p:cNvPicPr>
          <p:nvPr/>
        </p:nvPicPr>
        <p:blipFill>
          <a:blip r:embed="rId6">
            <a:extLst>
              <a:ext uri="{28A0092B-C50C-407E-A947-70E740481C1C}">
                <a14:useLocalDpi xmlns:a14="http://schemas.microsoft.com/office/drawing/2010/main" val="0"/>
              </a:ext>
            </a:extLst>
          </a:blip>
          <a:srcRect t="7838" b="7346"/>
          <a:stretch>
            <a:fillRect/>
          </a:stretch>
        </p:blipFill>
        <p:spPr>
          <a:xfrm>
            <a:off x="3635895" y="1770729"/>
            <a:ext cx="4349158" cy="4611021"/>
          </a:xfrm>
          <a:prstGeom prst="rect">
            <a:avLst/>
          </a:prstGeom>
        </p:spPr>
      </p:pic>
      <p:pic>
        <p:nvPicPr>
          <p:cNvPr id="16" name="Picture 15">
            <a:extLst>
              <a:ext uri="{FF2B5EF4-FFF2-40B4-BE49-F238E27FC236}">
                <a16:creationId xmlns:a16="http://schemas.microsoft.com/office/drawing/2014/main" id="{56EDF2A7-214E-2FDB-A8C8-E771A74004E1}"/>
              </a:ext>
            </a:extLst>
          </p:cNvPr>
          <p:cNvPicPr>
            <a:picLocks noChangeAspect="1"/>
          </p:cNvPicPr>
          <p:nvPr/>
        </p:nvPicPr>
        <p:blipFill>
          <a:blip r:embed="rId7">
            <a:extLst>
              <a:ext uri="{28A0092B-C50C-407E-A947-70E740481C1C}">
                <a14:useLocalDpi xmlns:a14="http://schemas.microsoft.com/office/drawing/2010/main" val="0"/>
              </a:ext>
            </a:extLst>
          </a:blip>
          <a:srcRect l="3659" t="19413" r="24383" b="16302"/>
          <a:stretch>
            <a:fillRect/>
          </a:stretch>
        </p:blipFill>
        <p:spPr>
          <a:xfrm>
            <a:off x="1444974" y="2532991"/>
            <a:ext cx="3176027" cy="2482735"/>
          </a:xfrm>
          <a:prstGeom prst="rect">
            <a:avLst/>
          </a:prstGeom>
        </p:spPr>
      </p:pic>
    </p:spTree>
    <p:extLst>
      <p:ext uri="{BB962C8B-B14F-4D97-AF65-F5344CB8AC3E}">
        <p14:creationId xmlns:p14="http://schemas.microsoft.com/office/powerpoint/2010/main" val="169668490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A77A0-C787-C752-F9AE-4E1646A22584}"/>
            </a:ext>
          </a:extLst>
        </p:cNvPr>
        <p:cNvGrpSpPr/>
        <p:nvPr/>
      </p:nvGrpSpPr>
      <p:grpSpPr>
        <a:xfrm>
          <a:off x="0" y="0"/>
          <a:ext cx="0" cy="0"/>
          <a:chOff x="0" y="0"/>
          <a:chExt cx="0" cy="0"/>
        </a:xfrm>
      </p:grpSpPr>
      <p:sp>
        <p:nvSpPr>
          <p:cNvPr id="25" name="Shape 6">
            <a:extLst>
              <a:ext uri="{FF2B5EF4-FFF2-40B4-BE49-F238E27FC236}">
                <a16:creationId xmlns:a16="http://schemas.microsoft.com/office/drawing/2014/main" id="{E0453D98-56CC-39AF-7532-F733A7A3CD27}"/>
              </a:ext>
            </a:extLst>
          </p:cNvPr>
          <p:cNvSpPr/>
          <p:nvPr/>
        </p:nvSpPr>
        <p:spPr>
          <a:xfrm>
            <a:off x="396096" y="1778194"/>
            <a:ext cx="7616726" cy="4725741"/>
          </a:xfrm>
          <a:prstGeom prst="rect">
            <a:avLst/>
          </a:prstGeom>
          <a:solidFill>
            <a:schemeClr val="bg1"/>
          </a:solidFill>
          <a:ln w="19050">
            <a:solidFill>
              <a:srgbClr val="9DBFBC"/>
            </a:solidFill>
            <a:prstDash val="dash"/>
          </a:ln>
        </p:spPr>
        <p:txBody>
          <a:bodyPr/>
          <a:lstStyle/>
          <a:p>
            <a:endParaRPr lang="en-GB"/>
          </a:p>
        </p:txBody>
      </p:sp>
      <p:sp>
        <p:nvSpPr>
          <p:cNvPr id="2" name="Title 1">
            <a:extLst>
              <a:ext uri="{FF2B5EF4-FFF2-40B4-BE49-F238E27FC236}">
                <a16:creationId xmlns:a16="http://schemas.microsoft.com/office/drawing/2014/main" id="{66B027C3-DAA0-90BA-BE9E-9CF4545722DF}"/>
              </a:ext>
            </a:extLst>
          </p:cNvPr>
          <p:cNvSpPr>
            <a:spLocks noGrp="1" noRot="1" noMove="1" noResize="1" noEditPoints="1" noAdjustHandles="1" noChangeArrowheads="1" noChangeShapeType="1"/>
          </p:cNvSpPr>
          <p:nvPr>
            <p:ph type="title"/>
          </p:nvPr>
        </p:nvSpPr>
        <p:spPr>
          <a:xfrm>
            <a:off x="4105656" y="227001"/>
            <a:ext cx="7618405" cy="664797"/>
          </a:xfrm>
        </p:spPr>
        <p:txBody>
          <a:bodyPr/>
          <a:lstStyle/>
          <a:p>
            <a:pPr algn="l"/>
            <a:r>
              <a:rPr lang="en-US" sz="2400">
                <a:latin typeface="Arial"/>
                <a:cs typeface="Arial"/>
              </a:rPr>
              <a:t>Deprivation and EHCPs as a share of the SEND population</a:t>
            </a:r>
            <a:endParaRPr lang="en-US" sz="2400"/>
          </a:p>
        </p:txBody>
      </p:sp>
      <p:sp>
        <p:nvSpPr>
          <p:cNvPr id="3" name="Slide Number Placeholder 2">
            <a:extLst>
              <a:ext uri="{FF2B5EF4-FFF2-40B4-BE49-F238E27FC236}">
                <a16:creationId xmlns:a16="http://schemas.microsoft.com/office/drawing/2014/main" id="{183C9E00-8D3B-1730-CDBF-6F28C6208561}"/>
              </a:ext>
            </a:extLst>
          </p:cNvPr>
          <p:cNvSpPr>
            <a:spLocks noGrp="1" noRot="1" noMove="1" noResize="1" noEditPoints="1" noAdjustHandles="1" noChangeArrowheads="1" noChangeShapeType="1"/>
          </p:cNvSpPr>
          <p:nvPr>
            <p:ph type="sldNum" sz="quarter" idx="4"/>
          </p:nvPr>
        </p:nvSpPr>
        <p:spPr/>
        <p:txBody>
          <a:bodyPr/>
          <a:lstStyle/>
          <a:p>
            <a:fld id="{116D7591-1A0A-4FF5-9247-8C166AD5C249}" type="slidenum">
              <a:rPr lang="en-GB" smtClean="0"/>
              <a:pPr/>
              <a:t>15</a:t>
            </a:fld>
            <a:endParaRPr lang="en-GB"/>
          </a:p>
        </p:txBody>
      </p:sp>
      <p:sp>
        <p:nvSpPr>
          <p:cNvPr id="4" name="Text Placeholder 11">
            <a:extLst>
              <a:ext uri="{FF2B5EF4-FFF2-40B4-BE49-F238E27FC236}">
                <a16:creationId xmlns:a16="http://schemas.microsoft.com/office/drawing/2014/main" id="{9A97806A-1533-74D4-BC9D-BFD40110614F}"/>
              </a:ext>
            </a:extLst>
          </p:cNvPr>
          <p:cNvSpPr txBox="1">
            <a:spLocks/>
          </p:cNvSpPr>
          <p:nvPr/>
        </p:nvSpPr>
        <p:spPr>
          <a:xfrm>
            <a:off x="4810240" y="891798"/>
            <a:ext cx="11528628" cy="2215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pic>
        <p:nvPicPr>
          <p:cNvPr id="5" name="Picture 4" descr="A white rectangular object with black and green squares&#10;&#10;AI-generated content may be incorrect.">
            <a:extLst>
              <a:ext uri="{FF2B5EF4-FFF2-40B4-BE49-F238E27FC236}">
                <a16:creationId xmlns:a16="http://schemas.microsoft.com/office/drawing/2014/main" id="{FC1A320E-BAA1-0DEF-E019-9B9D23493C2B}"/>
              </a:ext>
            </a:extLst>
          </p:cNvPr>
          <p:cNvPicPr>
            <a:picLocks noChangeAspect="1"/>
          </p:cNvPicPr>
          <p:nvPr/>
        </p:nvPicPr>
        <p:blipFill>
          <a:blip r:embed="rId3"/>
          <a:stretch>
            <a:fillRect/>
          </a:stretch>
        </p:blipFill>
        <p:spPr>
          <a:xfrm>
            <a:off x="8592593" y="1778194"/>
            <a:ext cx="3203311" cy="4220351"/>
          </a:xfrm>
          <a:prstGeom prst="rect">
            <a:avLst/>
          </a:prstGeom>
        </p:spPr>
      </p:pic>
      <p:pic>
        <p:nvPicPr>
          <p:cNvPr id="10" name="Picture 9">
            <a:extLst>
              <a:ext uri="{FF2B5EF4-FFF2-40B4-BE49-F238E27FC236}">
                <a16:creationId xmlns:a16="http://schemas.microsoft.com/office/drawing/2014/main" id="{CC7BFECF-8163-6AE0-A6A7-0A5EE149B4ED}"/>
              </a:ext>
            </a:extLst>
          </p:cNvPr>
          <p:cNvPicPr>
            <a:picLocks noChangeAspect="1"/>
          </p:cNvPicPr>
          <p:nvPr/>
        </p:nvPicPr>
        <p:blipFill>
          <a:blip r:embed="rId4"/>
          <a:stretch>
            <a:fillRect/>
          </a:stretch>
        </p:blipFill>
        <p:spPr>
          <a:xfrm>
            <a:off x="8507471" y="1761295"/>
            <a:ext cx="10436052" cy="771696"/>
          </a:xfrm>
          <a:prstGeom prst="rect">
            <a:avLst/>
          </a:prstGeom>
        </p:spPr>
      </p:pic>
      <p:pic>
        <p:nvPicPr>
          <p:cNvPr id="12" name="Picture 11">
            <a:extLst>
              <a:ext uri="{FF2B5EF4-FFF2-40B4-BE49-F238E27FC236}">
                <a16:creationId xmlns:a16="http://schemas.microsoft.com/office/drawing/2014/main" id="{88AA883A-A697-E68F-EFF0-1AC0A403447E}"/>
              </a:ext>
            </a:extLst>
          </p:cNvPr>
          <p:cNvPicPr>
            <a:picLocks noChangeAspect="1"/>
          </p:cNvPicPr>
          <p:nvPr/>
        </p:nvPicPr>
        <p:blipFill>
          <a:blip r:embed="rId5"/>
          <a:stretch>
            <a:fillRect/>
          </a:stretch>
        </p:blipFill>
        <p:spPr>
          <a:xfrm>
            <a:off x="8592594" y="2371116"/>
            <a:ext cx="3182872" cy="1308825"/>
          </a:xfrm>
          <a:prstGeom prst="rect">
            <a:avLst/>
          </a:prstGeom>
        </p:spPr>
      </p:pic>
      <p:sp>
        <p:nvSpPr>
          <p:cNvPr id="6" name="TextBox 5">
            <a:extLst>
              <a:ext uri="{FF2B5EF4-FFF2-40B4-BE49-F238E27FC236}">
                <a16:creationId xmlns:a16="http://schemas.microsoft.com/office/drawing/2014/main" id="{961A86B7-22BE-24E0-61E7-4AA296933490}"/>
              </a:ext>
            </a:extLst>
          </p:cNvPr>
          <p:cNvSpPr txBox="1"/>
          <p:nvPr/>
        </p:nvSpPr>
        <p:spPr>
          <a:xfrm>
            <a:off x="8727228" y="2464941"/>
            <a:ext cx="2991176" cy="1354217"/>
          </a:xfrm>
          <a:prstGeom prst="rect">
            <a:avLst/>
          </a:prstGeom>
          <a:noFill/>
        </p:spPr>
        <p:txBody>
          <a:bodyPr wrap="square" rtlCol="0">
            <a:spAutoFit/>
          </a:bodyPr>
          <a:lstStyle/>
          <a:p>
            <a:r>
              <a:rPr lang="en-US" sz="1600">
                <a:solidFill>
                  <a:schemeClr val="bg1"/>
                </a:solidFill>
                <a:latin typeface="Arial" pitchFamily="34" charset="0"/>
                <a:ea typeface="Arial" pitchFamily="34" charset="-122"/>
                <a:cs typeface="Arial" pitchFamily="34" charset="-120"/>
              </a:rPr>
              <a:t>Not how many children hold plans, but </a:t>
            </a:r>
            <a:r>
              <a:rPr lang="en-US" sz="1600" b="1">
                <a:solidFill>
                  <a:schemeClr val="bg1"/>
                </a:solidFill>
                <a:latin typeface="Arial" pitchFamily="34" charset="0"/>
                <a:ea typeface="Arial" pitchFamily="34" charset="-122"/>
                <a:cs typeface="Arial" pitchFamily="34" charset="-120"/>
              </a:rPr>
              <a:t>what share of the identified SEN population </a:t>
            </a:r>
            <a:r>
              <a:rPr lang="en-US" sz="1600">
                <a:solidFill>
                  <a:schemeClr val="bg1"/>
                </a:solidFill>
                <a:latin typeface="Arial" pitchFamily="34" charset="0"/>
                <a:ea typeface="Arial" pitchFamily="34" charset="-122"/>
                <a:cs typeface="Arial" pitchFamily="34" charset="-120"/>
              </a:rPr>
              <a:t>is converted into a plan.</a:t>
            </a:r>
            <a:endParaRPr lang="en-US" sz="1600">
              <a:solidFill>
                <a:schemeClr val="bg1"/>
              </a:solidFill>
            </a:endParaRPr>
          </a:p>
          <a:p>
            <a:endParaRPr lang="en-GB" sz="1600">
              <a:solidFill>
                <a:schemeClr val="bg1"/>
              </a:solidFill>
            </a:endParaRPr>
          </a:p>
        </p:txBody>
      </p:sp>
      <p:sp>
        <p:nvSpPr>
          <p:cNvPr id="15" name="TextBox 14">
            <a:extLst>
              <a:ext uri="{FF2B5EF4-FFF2-40B4-BE49-F238E27FC236}">
                <a16:creationId xmlns:a16="http://schemas.microsoft.com/office/drawing/2014/main" id="{8A950750-EEBE-C031-A8AA-8CE21D330C80}"/>
              </a:ext>
            </a:extLst>
          </p:cNvPr>
          <p:cNvSpPr txBox="1"/>
          <p:nvPr/>
        </p:nvSpPr>
        <p:spPr>
          <a:xfrm>
            <a:off x="8568942" y="3679941"/>
            <a:ext cx="3182872" cy="1846659"/>
          </a:xfrm>
          <a:prstGeom prst="rect">
            <a:avLst/>
          </a:prstGeom>
          <a:noFill/>
        </p:spPr>
        <p:txBody>
          <a:bodyPr wrap="square" rtlCol="0">
            <a:spAutoFit/>
          </a:bodyPr>
          <a:lstStyle/>
          <a:p>
            <a:r>
              <a:rPr lang="en-US" sz="1600">
                <a:solidFill>
                  <a:srgbClr val="262626"/>
                </a:solidFill>
                <a:latin typeface="Arial" pitchFamily="34" charset="0"/>
                <a:ea typeface="Arial" pitchFamily="34" charset="-122"/>
                <a:cs typeface="Arial" pitchFamily="34" charset="-120"/>
              </a:rPr>
              <a:t>A negative correlation would mean more deprived LAs issue plans to a smaller share of their SEN population — the opposite of what need alone would predict, and a cause for concern.</a:t>
            </a:r>
            <a:endParaRPr lang="en-US" sz="1600"/>
          </a:p>
          <a:p>
            <a:endParaRPr lang="en-GB" sz="1600"/>
          </a:p>
        </p:txBody>
      </p:sp>
      <p:sp>
        <p:nvSpPr>
          <p:cNvPr id="19" name="Shape 14">
            <a:extLst>
              <a:ext uri="{FF2B5EF4-FFF2-40B4-BE49-F238E27FC236}">
                <a16:creationId xmlns:a16="http://schemas.microsoft.com/office/drawing/2014/main" id="{394CFC7E-5821-4F34-6A91-A06A35EA3246}"/>
              </a:ext>
            </a:extLst>
          </p:cNvPr>
          <p:cNvSpPr/>
          <p:nvPr/>
        </p:nvSpPr>
        <p:spPr>
          <a:xfrm>
            <a:off x="8592592" y="5594883"/>
            <a:ext cx="3182873" cy="629246"/>
          </a:xfrm>
          <a:prstGeom prst="rect">
            <a:avLst/>
          </a:prstGeom>
          <a:solidFill>
            <a:srgbClr val="00625E"/>
          </a:solidFill>
          <a:ln/>
        </p:spPr>
        <p:txBody>
          <a:bodyPr/>
          <a:lstStyle/>
          <a:p>
            <a:endParaRPr lang="en-GB"/>
          </a:p>
        </p:txBody>
      </p:sp>
      <p:sp>
        <p:nvSpPr>
          <p:cNvPr id="21" name="Text 15">
            <a:extLst>
              <a:ext uri="{FF2B5EF4-FFF2-40B4-BE49-F238E27FC236}">
                <a16:creationId xmlns:a16="http://schemas.microsoft.com/office/drawing/2014/main" id="{1C362506-BB00-1574-C19D-6033E2806CB7}"/>
              </a:ext>
            </a:extLst>
          </p:cNvPr>
          <p:cNvSpPr/>
          <p:nvPr/>
        </p:nvSpPr>
        <p:spPr>
          <a:xfrm>
            <a:off x="8710360" y="5632972"/>
            <a:ext cx="3088755" cy="593410"/>
          </a:xfrm>
          <a:prstGeom prst="rect">
            <a:avLst/>
          </a:prstGeom>
          <a:noFill/>
          <a:ln/>
        </p:spPr>
        <p:txBody>
          <a:bodyPr wrap="square" lIns="25400" tIns="25400" rIns="25400" bIns="25400" rtlCol="0" anchor="t">
            <a:normAutofit fontScale="70000" lnSpcReduction="20000"/>
          </a:bodyPr>
          <a:lstStyle/>
          <a:p>
            <a:pPr marL="0" indent="0" algn="l">
              <a:lnSpc>
                <a:spcPct val="127500"/>
              </a:lnSpc>
              <a:buNone/>
            </a:pPr>
            <a:r>
              <a:rPr lang="en-US" sz="1600">
                <a:solidFill>
                  <a:srgbClr val="FFFFFF"/>
                </a:solidFill>
                <a:latin typeface="Arial" pitchFamily="34" charset="0"/>
                <a:ea typeface="Arial" pitchFamily="34" charset="-122"/>
                <a:cs typeface="Arial" pitchFamily="34" charset="-120"/>
              </a:rPr>
              <a:t>If that pattern holds it may reflect more successful lobbying and appeals in more affluent areas</a:t>
            </a:r>
            <a:endParaRPr lang="en-US" sz="1600"/>
          </a:p>
        </p:txBody>
      </p:sp>
      <p:sp>
        <p:nvSpPr>
          <p:cNvPr id="23" name="Text 16">
            <a:extLst>
              <a:ext uri="{FF2B5EF4-FFF2-40B4-BE49-F238E27FC236}">
                <a16:creationId xmlns:a16="http://schemas.microsoft.com/office/drawing/2014/main" id="{D52EA806-C616-CFC3-B775-6FFFABFDEE87}"/>
              </a:ext>
            </a:extLst>
          </p:cNvPr>
          <p:cNvSpPr/>
          <p:nvPr/>
        </p:nvSpPr>
        <p:spPr>
          <a:xfrm>
            <a:off x="8191726" y="6572369"/>
            <a:ext cx="2577873" cy="178287"/>
          </a:xfrm>
          <a:prstGeom prst="rect">
            <a:avLst/>
          </a:prstGeom>
          <a:noFill/>
          <a:ln/>
        </p:spPr>
        <p:txBody>
          <a:bodyPr wrap="square" lIns="25400" tIns="25400" rIns="25400" bIns="25400" rtlCol="0" anchor="t">
            <a:normAutofit fontScale="62500" lnSpcReduction="20000"/>
          </a:bodyPr>
          <a:lstStyle/>
          <a:p>
            <a:pPr marL="0" indent="0" algn="l">
              <a:lnSpc>
                <a:spcPct val="120000"/>
              </a:lnSpc>
              <a:buNone/>
            </a:pPr>
            <a:r>
              <a:rPr lang="en-US" sz="700">
                <a:solidFill>
                  <a:srgbClr val="595959"/>
                </a:solidFill>
                <a:latin typeface="Arial" pitchFamily="34" charset="0"/>
                <a:ea typeface="Arial" pitchFamily="34" charset="-122"/>
                <a:cs typeface="Arial" pitchFamily="34" charset="-120"/>
              </a:rPr>
              <a:t>Note: this dataset covers school pupils only and is not directly comparable with the 0–25 EHCP population used elsewhere in this pack.</a:t>
            </a:r>
            <a:endParaRPr lang="en-US" sz="700"/>
          </a:p>
        </p:txBody>
      </p:sp>
      <p:pic>
        <p:nvPicPr>
          <p:cNvPr id="8" name="Picture 7">
            <a:extLst>
              <a:ext uri="{FF2B5EF4-FFF2-40B4-BE49-F238E27FC236}">
                <a16:creationId xmlns:a16="http://schemas.microsoft.com/office/drawing/2014/main" id="{E440C997-EF04-F27A-1033-52BD26C383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3596" y="1836810"/>
            <a:ext cx="7437175" cy="4544940"/>
          </a:xfrm>
          <a:prstGeom prst="rect">
            <a:avLst/>
          </a:prstGeom>
        </p:spPr>
      </p:pic>
    </p:spTree>
    <p:extLst>
      <p:ext uri="{BB962C8B-B14F-4D97-AF65-F5344CB8AC3E}">
        <p14:creationId xmlns:p14="http://schemas.microsoft.com/office/powerpoint/2010/main" val="940064853"/>
      </p:ext>
    </p:extLst>
  </p:cSld>
  <p:clrMapOvr>
    <a:masterClrMapping/>
  </p:clrMapOvr>
  <p:transition>
    <p:fade/>
  </p:transition>
</p:sld>
</file>

<file path=ppt/theme/theme1.xml><?xml version="1.0" encoding="utf-8"?>
<a:theme xmlns:a="http://schemas.openxmlformats.org/drawingml/2006/main" name="Custom Design">
  <a:themeElements>
    <a:clrScheme name="MHCLG Theme">
      <a:dk1>
        <a:srgbClr val="000000"/>
      </a:dk1>
      <a:lt1>
        <a:srgbClr val="FFFFFF"/>
      </a:lt1>
      <a:dk2>
        <a:srgbClr val="00625E"/>
      </a:dk2>
      <a:lt2>
        <a:srgbClr val="E5E5E5"/>
      </a:lt2>
      <a:accent1>
        <a:srgbClr val="932A71"/>
      </a:accent1>
      <a:accent2>
        <a:srgbClr val="00625E"/>
      </a:accent2>
      <a:accent3>
        <a:srgbClr val="BF491D"/>
      </a:accent3>
      <a:accent4>
        <a:srgbClr val="40611F"/>
      </a:accent4>
      <a:accent5>
        <a:srgbClr val="205083"/>
      </a:accent5>
      <a:accent6>
        <a:srgbClr val="85282A"/>
      </a:accent6>
      <a:hlink>
        <a:srgbClr val="0099CC"/>
      </a:hlink>
      <a:folHlink>
        <a:srgbClr val="00625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9934131-7fde-4d86-ab4d-ac2a3524cd21">
      <Terms xmlns="http://schemas.microsoft.com/office/infopath/2007/PartnerControls"/>
    </lcf76f155ced4ddcb4097134ff3c332f>
    <TaxCatchAll xmlns="94122ef2-339f-40fe-87e7-fc327ef66535" xsi:nil="true"/>
    <_ip_UnifiedCompliancePolicyUIAction xmlns="http://schemas.microsoft.com/sharepoint/v3" xsi:nil="true"/>
    <CurrencyTest xmlns="39934131-7fde-4d86-ab4d-ac2a3524cd21">100</CurrencyTest>
    <Number xmlns="39934131-7fde-4d86-ab4d-ac2a3524cd21"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13C99ACC31DEB4CA85155C1C4B2BED4" ma:contentTypeVersion="19" ma:contentTypeDescription="Create a new document." ma:contentTypeScope="" ma:versionID="88d8074a8f3c327d7a1263cf6c86e6a4">
  <xsd:schema xmlns:xsd="http://www.w3.org/2001/XMLSchema" xmlns:xs="http://www.w3.org/2001/XMLSchema" xmlns:p="http://schemas.microsoft.com/office/2006/metadata/properties" xmlns:ns1="http://schemas.microsoft.com/sharepoint/v3" xmlns:ns2="39934131-7fde-4d86-ab4d-ac2a3524cd21" xmlns:ns3="94122ef2-339f-40fe-87e7-fc327ef66535" targetNamespace="http://schemas.microsoft.com/office/2006/metadata/properties" ma:root="true" ma:fieldsID="27e036900c1b0f1c3be0d81d660fe743" ns1:_="" ns2:_="" ns3:_="">
    <xsd:import namespace="http://schemas.microsoft.com/sharepoint/v3"/>
    <xsd:import namespace="39934131-7fde-4d86-ab4d-ac2a3524cd21"/>
    <xsd:import namespace="94122ef2-339f-40fe-87e7-fc327ef6653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element ref="ns2:MediaLengthInSeconds" minOccurs="0"/>
                <xsd:element ref="ns1:_ip_UnifiedCompliancePolicyProperties" minOccurs="0"/>
                <xsd:element ref="ns1:_ip_UnifiedCompliancePolicyUIAction" minOccurs="0"/>
                <xsd:element ref="ns2:Number" minOccurs="0"/>
                <xsd:element ref="ns2:MediaServiceLocation" minOccurs="0"/>
                <xsd:element ref="ns2:CurrencyTes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934131-7fde-4d86-ab4d-ac2a3524cd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56ca3a0-e5c0-40d7-8522-e7aae8be603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element name="Number" ma:index="22" nillable="true" ma:displayName="Folder Number" ma:description="Numbered folders as an alternative to sorting alphabetically." ma:format="Dropdown" ma:internalName="Number">
      <xsd:simpleType>
        <xsd:union memberTypes="dms:Text">
          <xsd:simpleType>
            <xsd:restriction base="dms:Choice">
              <xsd:enumeration value="1"/>
              <xsd:enumeration value="2"/>
              <xsd:enumeration value="3"/>
              <xsd:enumeration value="4"/>
              <xsd:enumeration value="5"/>
              <xsd:enumeration value="6"/>
              <xsd:enumeration value="7"/>
              <xsd:enumeration value="8"/>
              <xsd:enumeration value="9"/>
              <xsd:enumeration value="10"/>
            </xsd:restriction>
          </xsd:simpleType>
        </xsd:union>
      </xsd:simpleType>
    </xsd:element>
    <xsd:element name="MediaServiceLocation" ma:index="23" nillable="true" ma:displayName="Location" ma:description="" ma:indexed="true" ma:internalName="MediaServiceLocation" ma:readOnly="true">
      <xsd:simpleType>
        <xsd:restriction base="dms:Text"/>
      </xsd:simpleType>
    </xsd:element>
    <xsd:element name="CurrencyTest" ma:index="24" nillable="true" ma:displayName="Currency Test" ma:description="Test column to trial out currency format" ma:format="£123,456.00 (United Kingdom)" ma:LCID="2057" ma:internalName="CurrencyTest">
      <xsd:simpleType>
        <xsd:restriction base="dms:Currency"/>
      </xsd:simpleType>
    </xsd:element>
  </xsd:schema>
  <xsd:schema xmlns:xsd="http://www.w3.org/2001/XMLSchema" xmlns:xs="http://www.w3.org/2001/XMLSchema" xmlns:dms="http://schemas.microsoft.com/office/2006/documentManagement/types" xmlns:pc="http://schemas.microsoft.com/office/infopath/2007/PartnerControls" targetNamespace="94122ef2-339f-40fe-87e7-fc327ef6653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f8f7caa-4a43-4578-b526-95b1999a86d2}" ma:internalName="TaxCatchAll" ma:showField="CatchAllData" ma:web="94122ef2-339f-40fe-87e7-fc327ef6653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D30B81-FBD6-4A7F-8112-703D03D14E6A}">
  <ds:schemaRefs>
    <ds:schemaRef ds:uri="http://schemas.microsoft.com/sharepoint/v3/contenttype/forms"/>
  </ds:schemaRefs>
</ds:datastoreItem>
</file>

<file path=customXml/itemProps2.xml><?xml version="1.0" encoding="utf-8"?>
<ds:datastoreItem xmlns:ds="http://schemas.openxmlformats.org/officeDocument/2006/customXml" ds:itemID="{37683313-30BB-4F73-A6E2-1539437EA9CC}">
  <ds:schemaRefs>
    <ds:schemaRef ds:uri="http://schemas.microsoft.com/sharepoint/v3"/>
    <ds:schemaRef ds:uri="http://purl.org/dc/elements/1.1/"/>
    <ds:schemaRef ds:uri="http://www.w3.org/XML/1998/namespace"/>
    <ds:schemaRef ds:uri="39934131-7fde-4d86-ab4d-ac2a3524cd21"/>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94122ef2-339f-40fe-87e7-fc327ef6653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FCFDCA37-F7BA-4BE6-A166-77D4694C3F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9934131-7fde-4d86-ab4d-ac2a3524cd21"/>
    <ds:schemaRef ds:uri="94122ef2-339f-40fe-87e7-fc327ef665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bd41ebe-fca6-4f2c-aecb-bf3a17e72416}" enabled="1" method="Privileged" siteId="{bf346810-9c7d-43de-a872-24a2ef3995a8}" removed="0"/>
</clbl:labelList>
</file>

<file path=docProps/app.xml><?xml version="1.0" encoding="utf-8"?>
<Properties xmlns="http://schemas.openxmlformats.org/officeDocument/2006/extended-properties" xmlns:vt="http://schemas.openxmlformats.org/officeDocument/2006/docPropsVTypes">
  <Template/>
  <TotalTime>0</TotalTime>
  <Words>1859</Words>
  <Application>Microsoft Office PowerPoint</Application>
  <PresentationFormat>Widescreen</PresentationFormat>
  <Paragraphs>102</Paragraphs>
  <Slides>15</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Helvetica Neue</vt:lpstr>
      <vt:lpstr>Custom Design</vt:lpstr>
      <vt:lpstr>The number of children and young people with EHCPs has more than doubled since 2018 to reach 718,800 in 2026</vt:lpstr>
      <vt:lpstr>In 2026 the median LA EHCP rate was 4.1% of the 0–25 population, ranging from 1.6% to 7.3%</vt:lpstr>
      <vt:lpstr>EHCP Rates in 2026 show slight regional pattern across Local Authorities</vt:lpstr>
      <vt:lpstr>EHCP rates sit close to 4% of pupils in every type of local authority — the differences are between individual authorities, not between authority types</vt:lpstr>
      <vt:lpstr>There is a moderate negative correlation between 2018 EHCP rates and subsequent growth</vt:lpstr>
      <vt:lpstr>There is negligible correlation between deprivation* and EHCP rates at Local Authority level</vt:lpstr>
      <vt:lpstr>Deprivation and EHCPs as a share of the SEND population</vt:lpstr>
      <vt:lpstr>How local Authorities handle EHCP requests varies sharply – and stricter gatekeeping is linked to more tribunals</vt:lpstr>
      <vt:lpstr>The median LA completed 6.5 EHCP assessments per 1,000 of the 0–25 population</vt:lpstr>
      <vt:lpstr>Request Rate and Assessment Rate  are strongly Correlated with EHCP rate </vt:lpstr>
      <vt:lpstr>End slide</vt:lpstr>
      <vt:lpstr>Conclusion + QnA slide?</vt:lpstr>
      <vt:lpstr>Annex A</vt:lpstr>
      <vt:lpstr>Deprivation and EHCPs as a share of the SEND population</vt:lpstr>
      <vt:lpstr>Deprivation and EHCPs as a share of the SEND population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Betty Du</dc:creator>
  <cp:lastModifiedBy>William Kruczek</cp:lastModifiedBy>
  <cp:revision>1</cp:revision>
  <dcterms:created xsi:type="dcterms:W3CDTF">2023-02-08T12:09:57Z</dcterms:created>
  <dcterms:modified xsi:type="dcterms:W3CDTF">2026-09-14T13:37:40Z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0x010100713C99ACC31DEB4CA85155C1C4B2BED4</vt:lpwstr>
  </property>
  <property fmtid="{D5CDD505-2E9C-101B-9397-08002B2CF9AE}" pid="3" name="MediaServiceImageTags">
    <vt:lpwstr/>
  </property>
  <property fmtid="{D5CDD505-2E9C-101B-9397-08002B2CF9AE}" pid="4" name="ClassificationContentMarkingFooterLocations">
    <vt:lpwstr>Custom Design:9</vt:lpwstr>
  </property>
  <property fmtid="{D5CDD505-2E9C-101B-9397-08002B2CF9AE}" pid="5" name="ClassificationContentMarkingFooterText">
    <vt:lpwstr>OFFICIAL</vt:lpwstr>
  </property>
  <property fmtid="{D5CDD505-2E9C-101B-9397-08002B2CF9AE}" pid="6" name="ClassificationContentMarkingHeaderLocations">
    <vt:lpwstr>Custom Design:6</vt:lpwstr>
  </property>
  <property fmtid="{D5CDD505-2E9C-101B-9397-08002B2CF9AE}" pid="7" name="ClassificationContentMarkingHeaderText">
    <vt:lpwstr>OFFICIAL</vt:lpwstr>
  </property>
</Properties>
</file>